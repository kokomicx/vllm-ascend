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 / 28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463040"/>
            <a:ext cx="1003300" cy="228600"/>
          </a:xfrm>
          <a:prstGeom prst="roundRect">
            <a:avLst>
              <a:gd name="adj" fmla="val 50000"/>
            </a:avLst>
          </a:prstGeom>
          <a:solidFill>
            <a:srgbClr val="12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4D399"/>
                </a:solidFill>
                <a:latin typeface="Microsoft YaHei"/>
              </a:defRPr>
            </a:pPr>
            <a:r>
              <a:t>社区 vLLM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1460500" cy="228600"/>
          </a:xfrm>
          <a:prstGeom prst="roundRect">
            <a:avLst>
              <a:gd name="adj" fmla="val 50000"/>
            </a:avLst>
          </a:prstGeom>
          <a:solidFill>
            <a:srgbClr val="2C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Microsoft YaHei"/>
              </a:defRPr>
            </a:pPr>
            <a:r>
              <a:t>vLLM-Ascend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660400" cy="228600"/>
          </a:xfrm>
          <a:prstGeom prst="roundRect">
            <a:avLst>
              <a:gd name="adj" fmla="val 50000"/>
            </a:avLst>
          </a:prstGeom>
          <a:solidFill>
            <a:srgbClr val="18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B9CF5"/>
                </a:solidFill>
                <a:latin typeface="Microsoft YaHei"/>
              </a:defRPr>
            </a:pPr>
            <a:r>
              <a:t>技术汇报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830"/>
              </a:lnSpc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KV Cache 管理方式</a:t>
            </a:r>
            <a:br/>
            <a:r>
              <a:t>梳理与差异分析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社区 vLLM vs vLLM-Ascend — 架构层面对比与对齐路线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GQA(Qwen3 MoE) / MLA(DS V3.1/V3.2/V4) / SFA(GLM5.1) / Hybrid(Qwen3.5)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F87171"/>
                </a:solidFill>
                <a:latin typeface="Consolas"/>
              </a:defRPr>
            </a:pPr>
            <a:r>
              <a:t>~600 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Ascend model_runner</a:t>
            </a:r>
            <a:br/>
            <a:r>
              <a:t>分支代码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34D399"/>
                </a:solidFill>
                <a:latin typeface="Consolas"/>
              </a:defRPr>
            </a:pPr>
            <a:r>
              <a:t>~60 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上游 model_runner</a:t>
            </a:r>
            <a:br/>
            <a:r>
              <a:t>代码量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B9CF5"/>
                </a:solidFill>
                <a:latin typeface="Consolas"/>
              </a:defRPr>
            </a:pPr>
            <a:r>
              <a:t>15+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if-else 分支点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A78BF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Ascend Backend 类型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35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5E6D82"/>
                </a:solidFill>
                <a:latin typeface="Microsoft YaHei"/>
              </a:defRPr>
            </a:pPr>
            <a:r>
              <a:t>2026 年 7 月 · 内部技术评审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6309360"/>
            <a:ext cx="6400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800" b="0">
                <a:solidFill>
                  <a:srgbClr val="5E6D82"/>
                </a:solidFill>
                <a:latin typeface="Microsoft YaHei"/>
              </a:defRPr>
            </a:pPr>
            <a:r>
              <a:t>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8100" cy="109728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1040" y="1107440"/>
            <a:ext cx="4815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B9CF5"/>
                </a:solidFill>
                <a:latin typeface="Microsoft YaHei"/>
              </a:defRPr>
            </a:pPr>
            <a:r>
              <a:t>Part 1 · 现状与问题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" y="1386840"/>
            <a:ext cx="481584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架构总览 · 核心差距一句话总结 · 对比维度定义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81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040" y="2479040"/>
            <a:ext cx="4815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Part 2 · Backend 层逐类对比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" y="2758440"/>
            <a:ext cx="481584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GQA / 标准MLA / SparseMLA / CompressMLA — 4种Backend对比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40"/>
            <a:ext cx="3810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040" y="3850640"/>
            <a:ext cx="4815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A78BFA"/>
                </a:solidFill>
                <a:latin typeface="Microsoft YaHei"/>
              </a:defRPr>
            </a:pPr>
            <a:r>
              <a:t>Part 3 · Spec 扩展机制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" y="4130040"/>
            <a:ext cx="481584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Spec层次结构 · 创建路径对比 · 注册机制 · 问题本质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0584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38100" cy="10972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320" y="1107440"/>
            <a:ext cx="4815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87171"/>
                </a:solidFill>
                <a:latin typeface="Microsoft YaHei"/>
              </a:defRPr>
            </a:pPr>
            <a:r>
              <a:t>Part 4 · Allocate &amp; Reshape 管线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320" y="1386840"/>
            <a:ext cx="481584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Allocate: 5行vs185行 · Reshape: 40行vs350行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37744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377440"/>
            <a:ext cx="38100" cy="1097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320" y="2479040"/>
            <a:ext cx="4815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Part 5 · 按模型类型差异分析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320" y="2758440"/>
            <a:ext cx="481584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GQA/标准MLA/SparseMLA/CompressMLA/Hybrid 完整链路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4904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49040"/>
            <a:ext cx="3810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320" y="3850640"/>
            <a:ext cx="48158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22D3EE"/>
                </a:solidFill>
                <a:latin typeface="Microsoft YaHei"/>
              </a:defRPr>
            </a:pPr>
            <a:r>
              <a:t>Part 6 · 根因分析与对齐路线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20" y="4130040"/>
            <a:ext cx="481584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六大根因 · Layout重构方案 · 三步对齐路线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10972800" cy="609600"/>
          </a:xfrm>
          <a:prstGeom prst="roundRect">
            <a:avLst>
              <a:gd name="adj" fmla="val 4000"/>
            </a:avLst>
          </a:prstGeom>
          <a:solidFill>
            <a:srgbClr val="141D2A"/>
          </a:solidFill>
          <a:ln w="12700">
            <a:solidFill>
              <a:srgbClr val="97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50800" cy="6096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440" y="5471160"/>
            <a:ext cx="10617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B9CF5"/>
                </a:solidFill>
                <a:latin typeface="Microsoft YaHei"/>
              </a:defRPr>
            </a:pPr>
            <a:r>
              <a:t>&gt; 核心结论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440" y="5674360"/>
            <a:ext cx="106172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所有差异可追溯到两个根本原因：(1) NPU算子不支持stride访问 -&gt; host侧必须预拆分tensor；(2) Backend的get_kv_cache_shape()接口只能返回一个shape -&gt; 多tensor信息泄漏到model_runner。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3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架构总览：两层 vs 两层 + 隐含翻译层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347472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100" cy="3474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198880"/>
            <a:ext cx="4998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社区 vLLM — 两层，职责清晰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78280"/>
            <a:ext cx="4998720" cy="299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Attention.get_kv_cache_spec() -&gt; KVCacheSpec (声明'是什么')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AttentionBackend -&gt; get_kv_cache_shape() -&gt; 返回完整shape (知道'怎么算')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model_runner (~60行, 0分支) -&gt; 机械执行 view().view()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347472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38100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320" y="1198880"/>
            <a:ext cx="4998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Ascend — 两层 + 隐含翻译层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320" y="1478280"/>
            <a:ext cx="4998720" cy="299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MLAAttention.get_kv_cache_spec() -&gt; AscendMLAAttentionSpec (+6字段, 缺解释方法)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AscendAttentionBackend (4类) -&gt; get_kv_cache_shape() -&gt; 只返回参考shape (1/N信息)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model_runner (~600行, 15+分支) -&gt; '翻译官': 查layer, 拆tensor, 自己做分配/重塑决策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15568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922520"/>
            <a:ext cx="10800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核心差距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125720"/>
            <a:ext cx="10800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上游 Backend 的 get_kv_cache_shape() 一个方法回答了全部存储问题；Ascend Backend 的同名方法只回答了 1/N 的信息，剩下 N-1/N 泄漏到了 model_runner 的 15+ 个 if-else 分支里。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4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5B9CF5"/>
                </a:solidFill>
                <a:latin typeface="Microsoft YaHei"/>
              </a:defRPr>
            </a:pPr>
            <a:r>
              <a:t>现状 vs 目标：从 600 行 if-else 到 50 行多态分发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100" cy="3200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198880"/>
            <a:ext cx="4998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87171"/>
                </a:solidFill>
                <a:latin typeface="Microsoft YaHei"/>
              </a:defRPr>
            </a:pPr>
            <a:r>
              <a:t>现状 (Red)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478280"/>
            <a:ext cx="4998720" cy="271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model_runner 知道太多底层细节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if sparse: split 3 tensors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elif mla: split 2 tensors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elif compress: as_strided ...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...600 行 if-else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-&gt; 直接把 split 后的 tensor 传给算子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38100" cy="3200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320" y="1198880"/>
            <a:ext cx="4998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目标 (Green)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320" y="1478280"/>
            <a:ext cx="4998720" cy="271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model_runner 只知道 Layout 接口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layout = spec.get_layout()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tensors = layout.allocate()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layout.reshape()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...~50 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-&gt; 通过 Layout 子类封装 split 逻辑，对上层透明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155680" cy="609600"/>
          </a:xfrm>
          <a:prstGeom prst="roundRect">
            <a:avLst>
              <a:gd name="adj" fmla="val 4000"/>
            </a:avLst>
          </a:prstGeom>
          <a:solidFill>
            <a:srgbClr val="112123"/>
          </a:solidFill>
          <a:ln w="12700">
            <a:solidFill>
              <a:srgbClr val="70F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50800" cy="609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648200"/>
            <a:ext cx="10800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34D399"/>
                </a:solidFill>
                <a:latin typeface="Microsoft YaHei"/>
              </a:defRPr>
            </a:pPr>
            <a:r>
              <a:t>&gt; 重构状态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4851400"/>
            <a:ext cx="108000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feature/layout-refactor-phase3 分支已存在: 12 files, +2080/-3357 lines。核心思路：将 15+ 个 if-else 分支替换为 6 个 KVCacheLayout 子类的多态分发。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5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5B9CF5"/>
                </a:solidFill>
                <a:latin typeface="Microsoft YaHei"/>
              </a:defRPr>
            </a:pPr>
            <a:r>
              <a:t>社区 vLLM 基线：KV Cache 生命周期 (5阶段, 0分支)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194560" cy="31089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19456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592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34D399"/>
                </a:solidFill>
                <a:latin typeface="Microsoft YaHei"/>
              </a:defRPr>
            </a:pPr>
            <a:r>
              <a:t>1. Spec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920" y="146304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layer.get_kv_cache_spec(config)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GQA-&gt;FullAttentionSpec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MLA-&gt;MLAAttentionSpec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-&gt; 类型即语义，model_runner只是收集器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005840"/>
            <a:ext cx="2194560" cy="31089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005840"/>
            <a:ext cx="2194560" cy="381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764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5B9CF5"/>
                </a:solidFill>
                <a:latin typeface="Microsoft YaHei"/>
              </a:defRPr>
            </a:pPr>
            <a:r>
              <a:t>2. Backend 声明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7640" y="146304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backend.get_kv_cache_shape(N,B,H,hd)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GQA-&gt;(2,N,B,H,128)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MLA-&gt;(N,B,576)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Sparse-&gt;(N,B,656) 完整!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-&gt; 返回值=最终tensor的shape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05840"/>
            <a:ext cx="2194560" cy="31089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005840"/>
            <a:ext cx="21945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36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A78BFA"/>
                </a:solidFill>
                <a:latin typeface="Microsoft YaHei"/>
              </a:defRPr>
            </a:pPr>
            <a:r>
              <a:t>3. 分配 (~5行)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360" y="146304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for tensor in config.tensors: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  t = zeros(size, dtype=int8)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-&gt; 每层: 1个int8 buffer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0 分支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79" y="1005840"/>
            <a:ext cx="2194560" cy="31089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79" y="1005840"/>
            <a:ext cx="21945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1079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4. 重塑 (~40行)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1079" y="146304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raw.view(dtype).view(shape)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GQA-&gt;(2,N,B,H,128)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MLA-&gt;(N,B,576)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Sparse-&gt;(N,B,656) uint8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0 分支, 统一.view()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005840"/>
            <a:ext cx="2194560" cy="310896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005840"/>
            <a:ext cx="219456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280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34D399"/>
                </a:solidFill>
                <a:latin typeface="Microsoft YaHei"/>
              </a:defRPr>
            </a:pPr>
            <a:r>
              <a:t>5.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2800" y="146304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KVCacheManager-&gt;allocate_slots()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-&gt;block_table mapping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-&gt; 与Backend/model_runner完全解耦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34D399"/>
                </a:solidFill>
                <a:latin typeface="Consolas"/>
              </a:defRPr>
            </a:pPr>
            <a:r>
              <a:t>5 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Allocate 代码量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34D399"/>
                </a:solidFill>
                <a:latin typeface="Consolas"/>
              </a:defRPr>
            </a:pPr>
            <a:r>
              <a:t>40 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Reshape 代码量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34D399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if-else 分支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B9CF5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每层 tensor 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4480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defRPr sz="3400" b="1">
                <a:solidFill>
                  <a:srgbClr val="5B9CF5"/>
                </a:solidFill>
                <a:latin typeface="Consolas"/>
              </a:defRPr>
            </a:pPr>
            <a:r>
              <a:t>统一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93776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reshape方式(.view)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6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Ascend：同一管线，截然不同的现实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19456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592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87171"/>
                </a:solidFill>
                <a:latin typeface="Microsoft YaHei"/>
              </a:defRPr>
            </a:pPr>
            <a:r>
              <a:t>1. Spec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920" y="1463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model_runner 重写上游spec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3条创建路径, 不统一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AscendMLAAttentionSpec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(+6字段, 缺解释方法)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0058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005840"/>
            <a:ext cx="219456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764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87171"/>
                </a:solidFill>
                <a:latin typeface="Microsoft YaHei"/>
              </a:defRPr>
            </a:pPr>
            <a:r>
              <a:t>2. Backend '参考shape'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7640" y="1463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GQA-&gt;(2,N,B,H,128)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MLA-&gt;(N,B,1,576)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Sparse-&gt;(N,B,1,576)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Compress-&gt;(N,B,1,hd)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-&gt; 只返回部分信息!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0058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005840"/>
            <a:ext cx="219456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36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3. 分配 (~185行)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360" y="1463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1/2/3/4 tensors/layer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sparse_kv_cache_ratio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calc_split_factor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2MB对齐(PD)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6 个分支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79" y="10058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79" y="1005840"/>
            <a:ext cx="219456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1079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87171"/>
                </a:solidFill>
                <a:latin typeface="Microsoft YaHei"/>
              </a:defRPr>
            </a:pPr>
            <a:r>
              <a:t>4. 重塑 (~350行)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1079" y="1463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view / as_strided /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slice strip padding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3种 reshape 方式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7 个顶层分支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15+ 有效代码路径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005840"/>
            <a:ext cx="2194560" cy="29260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0" y="1005840"/>
            <a:ext cx="21945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2800" y="1097280"/>
            <a:ext cx="20116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A78BFA"/>
                </a:solidFill>
                <a:latin typeface="Microsoft YaHei"/>
              </a:defRPr>
            </a:pPr>
            <a:r>
              <a:t>5. Manager (Ascend)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2800" y="1463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CompressAttentionManager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compress_ratio 映射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Microsoft YaHei"/>
              </a:defRPr>
            </a:pPr>
            <a:r>
              <a:t>DS V4 分组逻辑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97680"/>
            <a:ext cx="1152144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9768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120" y="4373880"/>
            <a:ext cx="111658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对比结论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120" y="4577080"/>
            <a:ext cx="111658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上游: 5行+40行, 0分支, 1个tensor/层, 统一.view()。Ascend: ~185行+~350行, 15+分支, 1~4个tensor/层, 3种reshape方式。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7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5B9CF5"/>
                </a:solidFill>
                <a:latin typeface="Consolas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5B9CF5"/>
                </a:solidFill>
                <a:latin typeface="Microsoft YaHei"/>
              </a:defRPr>
            </a:pPr>
            <a:r>
              <a:t>Backend 层逐类对比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GQA / 标准 MLA / Sparse MLA / Compress MLA — 4种Backend的上游vsAscend差异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8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Backend 层：一张表看清所有差异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120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上游 Backend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Ascend Backend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上游 Shape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Ascend Shape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Tensor数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差异根因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GQA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FlashAttention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AscendAttention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(2,N,B,H,128)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(2,N,B,H,128)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  <a:br/>
                      <a:r>
                        <a:t>(K,V分离)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PD分离-&gt;K/V</a:t>
                      </a:r>
                      <a:br/>
                      <a:r>
                        <a:t>独立传输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标准</a:t>
                      </a:r>
                      <a:br/>
                      <a:r>
                        <a:t>MLA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MLACommon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AscendMLA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(N,B,576)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(N,B,1,576)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  <a:br/>
                      <a:r>
                        <a:t>(nope+rope)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NPU kernel</a:t>
                      </a:r>
                      <a:br/>
                      <a:r>
                        <a:t>需独立tensor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Sparse</a:t>
                      </a:r>
                      <a:br/>
                      <a:r>
                        <a:t>MLA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FlashMLASparse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AscendSFA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(N,B,656)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(N,B,1,576)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3~4</a:t>
                      </a:r>
                      <a:br/>
                      <a:r>
                        <a:t>(kv+rope+</a:t>
                      </a:r>
                      <a:br/>
                      <a:r>
                        <a:t>idx+scale)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indexer独立</a:t>
                      </a:r>
                      <a:br/>
                      <a:r>
                        <a:t>+C8量化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Compress</a:t>
                      </a:r>
                      <a:br/>
                      <a:r>
                        <a:t>MLA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DSV4FlashMLA</a:t>
                      </a:r>
                      <a:br/>
                      <a:r>
                        <a:t>SparseBackend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AscendDSA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(N,B,584)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(N,B,1,hd)</a:t>
                      </a:r>
                      <a:br/>
                      <a:r>
                        <a:t>+scale_shape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2~3 views</a:t>
                      </a:r>
                      <a:br/>
                      <a:r>
                        <a:t>(as_strided)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epilog kernel</a:t>
                      </a:r>
                      <a:br/>
                      <a:r>
                        <a:t>需叠加视图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3840480"/>
            <a:ext cx="1161288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84048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120" y="3916680"/>
            <a:ext cx="1125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0" y="4119880"/>
            <a:ext cx="1125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上游 Backend 返回的 shape 就是最终 tensor 的 shape — 一个 .view() 就够了。Ascend Backend 返回的是'参考shape'而不是'最终shape'。根因一致：NPU kernel 不支持 stride -&gt; 不能在 kernel 内切分 -&gt; host 侧必须预拆。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9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5B9CF5"/>
                </a:solidFill>
                <a:latin typeface="Microsoft YaHei"/>
              </a:defRPr>
            </a:pPr>
            <a:r>
              <a:t>核心 Gap：标准 MLA — head_size=576 丢失了 512+64 拆分信息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15240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上游: MLACommonBackend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def get_kv_cache_shape(...):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return (N, B, 576)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model_runner: 一个 view, 完成!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kv = raw.view(bf16).view(N, B, 576)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NoPE(0:512) | RoPE(512:576)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CUDA kernel 内 offset 切分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486400" cy="19812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Ascend: AscendMLABackend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def get_kv_cache_shape(...):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return (N, B, 1, 576)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多个head维度，但 576 丢失了 512+64 拆分!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model_runner — 被迫绕过Backend查layer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k_dim, v_dim = _get_attention_kv_cache_dims(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layer_name, spec)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-&gt; attn_layer.kv_lora_rank = 512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-&gt; attn_layer.qk_rope_head_dim = 64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k_shape = (N, B, 1, 512)  # nope_cache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v_shape = (N, B, 1, 64)   # rope_cache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84048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84048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3560" y="391668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抽象泄漏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" y="411988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Backend 不知道 kv_lora_rank 和 qk_rope_head_dim：这两个值是 MLAAttention layer 的属性。model_runner 必须绕过 Backend，穿透到 layer 内部获取这两个值 — 这是整个设计中最根本的抽象泄漏。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10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5B9CF5"/>
                </a:solidFill>
                <a:latin typeface="Microsoft YaHei"/>
              </a:defRPr>
            </a:pPr>
            <a:r>
              <a:t>Ascend Sparse MLA：为什么需要 3~4 个 Tensor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9144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上游: 1个tensor = 656 bytes packed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kv = raw.view(uint8).view(N, B, 656)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flash_mla_sparse_fwd kernel 内部解析: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  512B NoPE(fp8) + 16B scale(f32) + 128B RoPE(bf16)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kernel内部按struct解析 -&gt; 1个tensor搞定一切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486400" cy="16764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Ascend: 3~4个独立tensor (物理分离)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kv_cache[0] = kv_lora (bf16) -&gt; (N,B,1,512)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kv_cache[1] = k_rope  (bf16) -&gt; (N,B,1,64)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kv_cache[2] = indexer_k (int8/fp8) -&gt; (N,B,1,128)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kv_cache[3] = indexer_scale (fp16) -&gt; (N,B,1,1)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为什么必须拆?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1. dtype不一致 (bf16, int8, fp16)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2. NPU算子签名固定 — 各收各的参数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3. NPU不支持stride访问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93192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Tensor数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k_cache dtype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A5 + C8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(ckv, qli, qli_scale)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float8_e4m3fn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A3 + C8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(k, v, qli, qli_scale)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bf16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非 C8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(k, v, qli)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bf16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11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5B9CF5"/>
                </a:solidFill>
                <a:latin typeface="Microsoft YaHei"/>
              </a:defRPr>
            </a:pPr>
            <a:r>
              <a:t>Ascend Compress MLA (DS V4)：as_strided Overlay 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18542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物理布局 (int8 raw buffer):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block_0:[K data(bf16)|scale]  block_1:[K data(bf16)|scale] ...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View 1 (K cache, bf16):        View 2 (scale, fp8):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shape=(N,B,4,128)              shape=(N,B,1,32)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stride=(4096,...)              stride=(8192,...)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offset=0                       offset=K_data_size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A5 only -&gt; View 3 (K+scale overlay):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shape=(N,B,5,160), stride=(8192,...), offset=0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-&gt; 与 View 1 相同起点! 给 epilog kernel 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303520" cy="25908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def _adjust_kv_layout(raw, shapes,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          dtypes, page_bytes,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          overlap=False):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views = []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offset = 0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for shape, dtype in zip(shapes,dtypes):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if overlap and idx == 2: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offset = 0  # reset!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stride = (page_bytes//dtype_size,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      *torch.empty(shape).stride()[1:])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view = torch.as_strided(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raw.view(dtype),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size=shape, stride=stride,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    storage_offset=offset)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views.append(view)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return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0292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141D2A"/>
          </a:solidFill>
          <a:ln w="12700">
            <a:solidFill>
              <a:srgbClr val="97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5029200"/>
            <a:ext cx="50800" cy="6096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3560" y="51054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B9CF5"/>
                </a:solidFill>
                <a:latin typeface="Microsoft YaHei"/>
              </a:defRPr>
            </a:pPr>
            <a:r>
              <a:t>&gt; 设计权衡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" y="53086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DS V4 的 K 和 scale 在物理内存中按 block 粒度交织存放。使用 as_strided 零拷贝实现 kv_cache[block_id] 自动跳到对应 block。A5 设备还需要 K+scale 全叠加视图 (View 3) 给 epilog kernel 使用。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12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5B9CF5"/>
                </a:solidFill>
                <a:latin typeface="Consolas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5B9CF5"/>
                </a:solidFill>
                <a:latin typeface="Microsoft YaHei"/>
              </a:defRPr>
            </a:pPr>
            <a:r>
              <a:t>Spec 扩展机制对比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谁创建 Spec · 语义范围多大 · 上游 vs Ascend 的核心差异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13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defRPr sz="2600" b="1">
                <a:solidFill>
                  <a:srgbClr val="5B9CF5"/>
                </a:solidFill>
                <a:latin typeface="Microsoft YaHei"/>
              </a:defRPr>
            </a:pPr>
            <a:r>
              <a:t>Spec 层：上游'类型即语义' vs Ascend'万能类'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24638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上游: 9个Spec类, 每个名称表达一种Attention类型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KVCacheSpec                    &lt;- block_size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+-- AttentionSpec              &lt;- +num_kv_heads, head_size, dtype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+-- FullAttentionSpec      &lt;- +head_size_v, sliding_window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|   +-- MLAAttentionSpec   &lt;- +compress_ratio, model_version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|   +-- SinkFullAttentionSpec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|   +-- TQFullAttentionSpec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+-- SlidingWindowSpec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|   +-- SlidingWindowMLASpec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+-- ChunkedLocalAttentionSpec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+-- EncoderOnlyAttentionSpec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|   +-- CrossAttentionSpec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+-- MambaSpec                  &lt;- +shapes, dtypes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-&gt; 类型即语义: MLAAttentionSpec = 标准MLA, SlidingWindowMLASpec = SWA MLA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00584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sparse_head_dim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cache_sparse_c8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compress_ratio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V3.2 bf16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(512,64,128)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V3.2 C8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(512,64,128)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GLM5.1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(512,64,128)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F59E0B"/>
                </a:solidFill>
                <a:latin typeface="Microsoft YaHei"/>
              </a:defRPr>
            </a:pPr>
            <a:r>
              <a:t>同一个 AscendMLAAttentionSpec 类承载 5 种模型语义 — 必须检查 6 个字段的组合才知道实际含义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8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560" y="391668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关键差异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" y="411988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上游 Spec 由 layer 创建，model_runner 只是收集器。单一路径，类型即语义。Ascend Spec 由 model_runner 重写。3 条创建路径（model_runner/v2 worker/模型专属代码），互相不知对方存在。model_runner 不信任 layer 返回的 upstream 类型，必须自己判断 use_sparse/use_compress 来重建 spec。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14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5B9CF5"/>
                </a:solidFill>
                <a:latin typeface="Consolas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5B9CF5"/>
                </a:solidFill>
                <a:latin typeface="Microsoft YaHei"/>
              </a:defRPr>
            </a:pPr>
            <a:r>
              <a:t>Allocate &amp; Reshape 管线对比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5 行 vs 185 行 · 40 行 vs 350 行 · 决策树分形复杂度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15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Allocate 管线：5 行 vs 185 行，6 层 if-else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上游 (~5 行, 0 分支)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for kv_tensor in config.tensors: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t = torch.zeros(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kv_tensor.size,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dtype=torch.int8,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device=device)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for name in kv_tensor.shared_by: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        raw_tensors[name] = 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每个 layer 恰好 1 个 int8 buffer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94A3B8"/>
                </a:solidFill>
                <a:latin typeface="Consolas"/>
              </a:defRPr>
            </a:pPr>
            <a:r>
              <a:t># K和V交织在单tensor中，kernel内通过stride访问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486400" cy="26162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Ascend 决策树: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_allocate_kv_cache_tensors()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linear_attn/hybrid/cache_only?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-&gt; 单 tensor (与上游一致)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use_compress?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-&gt; 单 tensor (reshape时as_strided)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use_sparse?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+-- A5+C8 -&gt; 3 tensors (ckv,qli,scale)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+-- A3+C8 -&gt; 4 tensors (k,v,qli,scale)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+-- no C8 -&gt; 3 tensors (k,v,qli)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+-- standard -&gt; 2 tensors (k,v)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     +-- FA-quant? -&gt; get_kv_quant_split_factor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     +-- else -&gt; calc_split_factor([k,v])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20624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420624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3560" y="428244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" y="448564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同一个 KVCacheTensor.size 需要调用 sparse_kv_cache_ratio 或 calc_split_factor 拆分为多个子 tensor，因为 NPU kernel 需要每个子 tensor 是独立、连续的物理内存。此外 PD 分离架构还引入了 2MB 对齐（RDMA huge page 要求）。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16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5B9CF5"/>
                </a:solidFill>
                <a:latin typeface="Microsoft YaHei"/>
              </a:defRPr>
            </a:pPr>
            <a:r>
              <a:t>Reshape 管线：40 行 vs 350 行，7 个顶层分支 + 子分支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11338560" cy="35306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_reshape_kv_cache_tensors()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分支1: use_compress -&gt; _adjust_kv_layout()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A5: 3 as_strided views (K + scale + overlay)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A3: 2 as_strided views (K + scale)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分支2: use_sparse -&gt; unpack 3~4 raw tensors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A5 C8: (ckv, dsa_k, dsa_k_scale)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A3 C8: (k, v, dsa_k, dsa_k_scale)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no C8: (k, v, dsa_k)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分支3: hybrid attn+mamba -&gt; slice strip padding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GQA hybrid: strip -&gt; K region + V region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MLA hybrid: strip -&gt; nope region + rope region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分支4: cache_only/HiddenState -&gt; 单tensor+padding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分支5: 标准 K/V 分离 (GQA / 标准 MLA)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GQA: k_shape=(N,B,H,hd), v_shape=(N,B,H,hd_v)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     +-- MLA: 查layer-&gt;k_shape(N,B,1,kv_lora), v_shape(N,B,1,rope)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|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+-- 分支6: Mamba -&gt; 物理切片 multi-state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02920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02920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3560" y="510540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复杂度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560" y="530860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3 种 reshape 方式 (view/as_strided/strip), 15+ 有效代码路径。每个顶层分支内部还有子分支嵌套。新模型需改动 3~5 处代码位置。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17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5B9CF5"/>
                </a:solidFill>
                <a:latin typeface="Consolas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5B9CF5"/>
                </a:solidFill>
                <a:latin typeface="Microsoft YaHei"/>
              </a:defRPr>
            </a:pPr>
            <a:r>
              <a:t>按模型类型的完整差异链路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从 Spec -&gt; Backend -&gt; Allocate -&gt; Reshape 的端到端对比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18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跨模型对比总结：5 种模型，5 条不同路径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Spec 类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Allocate</a:t>
                      </a:r>
                      <a:br/>
                      <a:r>
                        <a:t>tensors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Reshape方式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核心复杂度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GQA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Qwen3 MoE</a:t>
                      </a:r>
                      <a:br/>
                      <a:r>
                        <a:t>Llama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FullAttentionSpec</a:t>
                      </a:r>
                      <a:br/>
                      <a:r>
                        <a:t>(上游)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AscendAttention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.view()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PD分离-&gt;</a:t>
                      </a:r>
                      <a:br/>
                      <a:r>
                        <a:t>K/V物理拆分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标准MLA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AscendMLA</a:t>
                      </a:r>
                      <a:br/>
                      <a:r>
                        <a:t>AttentionSpec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AscendMLA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.view()</a:t>
                      </a:r>
                      <a:br/>
                      <a:r>
                        <a:t>+查layer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head_size=576</a:t>
                      </a:r>
                      <a:br/>
                      <a:r>
                        <a:t>丢失512+64拆分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Sparse</a:t>
                      </a:r>
                      <a:br/>
                      <a:r>
                        <a:t>MLA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V3.2</a:t>
                      </a:r>
                      <a:br/>
                      <a:r>
                        <a:t>GLM5.1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AscendMLA</a:t>
                      </a:r>
                      <a:br/>
                      <a:r>
                        <a:t>AttnSpec</a:t>
                      </a:r>
                      <a:br/>
                      <a:r>
                        <a:t>(+sparse)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AscendSFA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3~4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unpack</a:t>
                      </a:r>
                      <a:br/>
                      <a:r>
                        <a:t>+.view()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indexer tensor</a:t>
                      </a:r>
                      <a:br/>
                      <a:r>
                        <a:t>+C8+A5/A3分支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Compress</a:t>
                      </a:r>
                      <a:br/>
                      <a:r>
                        <a:t>MLA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AscendMLA</a:t>
                      </a:r>
                      <a:br/>
                      <a:r>
                        <a:t>AttnSpec</a:t>
                      </a:r>
                      <a:br/>
                      <a:r>
                        <a:t>(+compress)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AscendDSA</a:t>
                      </a:r>
                      <a:br/>
                      <a:r>
                        <a:t>Backend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as_strided</a:t>
                      </a:r>
                      <a:br/>
                      <a:r>
                        <a:t>overlay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time compress</a:t>
                      </a:r>
                      <a:br/>
                      <a:r>
                        <a:t>+fp8 scale</a:t>
                      </a:r>
                      <a:br/>
                      <a:r>
                        <a:t>+交织layout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Qwen3.5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3种spec共存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混合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  <a:br/>
                      <a:r>
                        <a:t>(shared)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slice strip</a:t>
                      </a:r>
                      <a:br/>
                      <a:r>
                        <a:t>padding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attn+mamba</a:t>
                      </a:r>
                      <a:br/>
                      <a:r>
                        <a:t>layout互斥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5120640"/>
            <a:ext cx="11612880" cy="609600"/>
          </a:xfrm>
          <a:prstGeom prst="roundRect">
            <a:avLst>
              <a:gd name="adj" fmla="val 4000"/>
            </a:avLst>
          </a:prstGeom>
          <a:solidFill>
            <a:srgbClr val="141D2A"/>
          </a:solidFill>
          <a:ln w="12700">
            <a:solidFill>
              <a:srgbClr val="97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5120640"/>
            <a:ext cx="50800" cy="6096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120" y="5196840"/>
            <a:ext cx="1125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5B9CF5"/>
                </a:solidFill>
                <a:latin typeface="Microsoft YaHei"/>
              </a:defRPr>
            </a:pPr>
            <a:r>
              <a:t>&gt; 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0" y="5400040"/>
            <a:ext cx="1125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GQA 差异最小 (只K/V拆分)。MLA系列差异递增: 标准MLA -&gt; SparseMLA -&gt; CompressMLA，每增加一个特性就多一层if-else。所有差异都可追溯到同一根因: 上游Backend返回就绪shape，Ascend Backend返回需二次解读的'参考shape'。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19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27432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5B9CF5"/>
                </a:solidFill>
                <a:latin typeface="Consolas"/>
              </a:defRPr>
            </a:pPr>
            <a: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defRPr sz="3600" b="1">
                <a:solidFill>
                  <a:srgbClr val="5B9CF5"/>
                </a:solidFill>
                <a:latin typeface="Microsoft YaHei"/>
              </a:defRPr>
            </a:pPr>
            <a:r>
              <a:t>根因分析与对齐路线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六大根因 · Layout 重构 · 三步对齐计划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20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差异根因分析 — 六大根因，两个源头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8100" cy="14630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60" y="110744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87171"/>
                </a:solidFill>
                <a:latin typeface="Microsoft YaHei"/>
              </a:defRPr>
            </a:pPr>
            <a:r>
              <a:t>1. K/V 物理分离 (Red)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" y="1386840"/>
            <a:ext cx="3352800" cy="9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PD分离架构要求K/V通过RDMA独立传输。2MB对齐是RDMA硬件要求。影响所有模型类型。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0584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38100" cy="14630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8640" y="110744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87171"/>
                </a:solidFill>
                <a:latin typeface="Microsoft YaHei"/>
              </a:defRPr>
            </a:pPr>
            <a:r>
              <a:t>2. NPU 不支持 stride (Red)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8640" y="1386840"/>
            <a:ext cx="3352800" cy="9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Ascend DMA Engine只接受{base_addr,length}。GPU的SIMT LSU允许任意地址计算。所有下游差异的源头。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0584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005840"/>
            <a:ext cx="381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9120" y="110744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3. Compress 交织 Layout (Amber)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9120" y="1386840"/>
            <a:ext cx="3352800" cy="9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DS V4的K和scale按block交织存放。reshape需要as_strided overlay零拷贝访问。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43200"/>
            <a:ext cx="3810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60" y="284480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4. Hybrid Padding (Amber)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60" y="3124200"/>
            <a:ext cx="3352800" cy="9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attention需要K/V分离+mamba需要连续 -&gt; 分配偏大单tensor -&gt; reshape切片适配。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74320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743200"/>
            <a:ext cx="38100" cy="14630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284480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B9CF5"/>
                </a:solidFill>
                <a:latin typeface="Microsoft YaHei"/>
              </a:defRPr>
            </a:pPr>
            <a:r>
              <a:t>5. A3 vs A5 硬件差异 (Blue)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8640" y="3124200"/>
            <a:ext cx="3352800" cy="9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A5: CKV fp8合并(3 tensor)。A3: bf16分离(4 tensor)。device分支散落各处。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743200"/>
            <a:ext cx="3657600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743200"/>
            <a:ext cx="38100" cy="14630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9120" y="2844800"/>
            <a:ext cx="3352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B9CF5"/>
                </a:solidFill>
                <a:latin typeface="Microsoft YaHei"/>
              </a:defRPr>
            </a:pPr>
            <a:r>
              <a:t>6. Backend 接口不足 (Blue)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9120" y="3124200"/>
            <a:ext cx="3352800" cy="98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上游返回完整shape；Ascend同名方法只返回参考shape。剩余语义泄漏到model_runner。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754880"/>
            <a:ext cx="1133856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560" y="4831080"/>
            <a:ext cx="109829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两个根本源头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560" y="5034280"/>
            <a:ext cx="109829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硬件约束: NPU算子不支持stride访问 -&gt; host侧必须预拆分tensor -&gt; 分配和重塑逻辑复杂化 (根因1~5)。接口缺陷: get_kv_cache_shape()一个返回值无法表达多tensor布局 -&gt; 信息泄漏到调用方 (根因6)。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21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34D399"/>
                </a:solidFill>
                <a:latin typeface="Microsoft YaHei"/>
              </a:defRPr>
            </a:pPr>
            <a:r>
              <a:t>社区 KV Cache 管理（一）：分组方案与空间分配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5669280" cy="25527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get_kv_cache_groups() 决策级联: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情况1: Uniform Spec (所有层相同)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-&gt; 1 group, 包含所有层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例: 纯 GQA (Llama, Qwen3)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情况2: Uniform Type (同类型不同维度)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-&gt; UniformTypeKVCacheSpecs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情况3: DeepSeek V4 (SWA + MLA)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-&gt; group_and_unify + uniform groups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-&gt; 按 page_size 分桶 + layer_tuple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情况4: 通用 Hybrid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-&gt; 按 spec 类型分组 -&gt; min_num_layers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  为 group_size -&gt; 交错分配 -&gt; padding</a:t>
            </a:r>
          </a:p>
          <a:p>
            <a:pPr>
              <a:lnSpc>
                <a:spcPts val="1162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E8EDF4"/>
                </a:solidFill>
                <a:latin typeface="Consolas"/>
              </a:defRPr>
            </a:pPr>
            <a:r>
              <a:t>  例: Gemma3 (52sw+10full -&gt; 7groups)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4754880"/>
          <a:ext cx="6858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24819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Spec 类型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page_size_bytes 公式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示例 (B=16)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FullAttention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B x H x (D+Dv) x 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16x8x(128+128)x2=65,536B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MLA bf16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B x 1 x head_size x 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16x1x576x2=18,432B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MLA fp8 V3.2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B x 656 (固定字节布局)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16x656=10,496B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MLA fp8 V4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B/C x 584 (压缩布局)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16/4x584=2,336B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Mamba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sum(shapes x dtypes)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取决于 state tensors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48196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NVFP4 GQA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B x H x (D/2+D/16)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16x8x72=9,216B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914400"/>
            <a:ext cx="4206240" cy="29260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914400"/>
            <a:ext cx="38100" cy="2926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50479" y="1016000"/>
            <a:ext cx="3901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全局分配: memory -&gt;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0479" y="1295400"/>
            <a:ext cx="3901440" cy="244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1. page_size_bytes 决定每 block 字节数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2. per-request max = cdiv(max_len,B) x page_size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3. num_blocks = available_mem / page_size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 (hybrid: / group_size)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4. KVCacheTensor[]: 每 tensor = size+shared_by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5. Worker: torch.zeros(size, int8)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 30 行代码, 0 分支 — 所有模型通用!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023360"/>
            <a:ext cx="4206240" cy="24688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4023360"/>
            <a:ext cx="38100" cy="246888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0479" y="4124960"/>
            <a:ext cx="3901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5B9CF5"/>
                </a:solidFill>
                <a:latin typeface="Microsoft YaHei"/>
              </a:defRPr>
            </a:pPr>
            <a:r>
              <a:t>Hybrid 分组关键约束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0479" y="4404360"/>
            <a:ext cx="3901440" cy="198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1. 同 group 内相同 attention 类型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2. 跨 group 相同 page_size (单内存池)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3. 每类 group 层数相等 (或 padding 补齐)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4. 每 token 每层物理内存相同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 (Mamba 例外: 增大 attn block_size + pad)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22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34D399"/>
                </a:solidFill>
                <a:latin typeface="Microsoft YaHei"/>
              </a:defRPr>
            </a:pPr>
            <a:r>
              <a:t>社区 KV Cache 管理（二）：内部数据组织与总 Shape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822960"/>
          <a:ext cx="117957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2286000"/>
                <a:gridCol w="1645920"/>
                <a:gridCol w="5394960"/>
              </a:tblGrid>
              <a:tr h="4267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每层 Tensor 数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总 Shape（逻辑）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每 Token 字节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内部数据如何拆分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GQA (FA)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(2, N, B, H, 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Hx(D+Dv)xdtype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K/V 在 dim=0 交织</a:t>
                      </a:r>
                      <a:br/>
                      <a:r>
                        <a:t>CUDA kernel offset 区分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GQA (FI NHD)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(N, 2, B, H, 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Hx(D+Dv)xdtype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K/V 在 dim=1 交织</a:t>
                      </a:r>
                      <a:br/>
                      <a:r>
                        <a:t>kernel ptr 偏移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MLA bf16 (V3)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(N, B, head_size)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head_sizex2=1152B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kv_lora[:512] + k_rope[512:]</a:t>
                      </a:r>
                      <a:br/>
                      <a:r>
                        <a:t>kernel 内部切分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MLA fp8 (V3.2)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(N, B, 656)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656B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512K + 128Rope + 16align</a:t>
                      </a:r>
                      <a:br/>
                      <a:r>
                        <a:t>字节级自定义布局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MLA fp8 (V4)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(N, B/C, 584)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584B / C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448NoPE+128RoPE+8scale</a:t>
                      </a:r>
                      <a:br/>
                      <a:r>
                        <a:t>字节级压缩布局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Mamba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 buffer</a:t>
                      </a:r>
                      <a:br/>
                      <a:r>
                        <a:t>N views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N 个 as_strided</a:t>
                      </a:r>
                      <a:br/>
                      <a:r>
                        <a:t>view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sum(shapes</a:t>
                      </a:r>
                      <a:br/>
                      <a:r>
                        <a:t>xdtype)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多 state tensor 共享 buffer</a:t>
                      </a:r>
                      <a:br/>
                      <a:r>
                        <a:t>stride 自动跳 block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NVFP4 GQA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(N, 2, B, H, F)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HxF (F&lt;D)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fp4数据+fp8块scale</a:t>
                      </a:r>
                      <a:br/>
                      <a:r>
                        <a:t>交织在 full_dim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FP8 PTH GQA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1 buffer</a:t>
                      </a:r>
                      <a:br/>
                      <a:r>
                        <a:t>+ 2 scale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(2, N, B, H, 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Hx(D+Dv) + scales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E8EDF4"/>
                          </a:solidFill>
                          <a:latin typeface="Consolas"/>
                        </a:defRPr>
                      </a:pPr>
                      <a:r>
                        <a:t>K/V数据区 + 独立 scales区</a:t>
                      </a:r>
                      <a:br/>
                      <a:r>
                        <a:t>extra = 2xNxBxHx4 bytes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846320"/>
            <a:ext cx="5486400" cy="7874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上 游: Backend 完全封装内部布局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tensor.view(dtype).view(2,N,B,H,D) = ready-to-use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model_runner 不需要知道 K/V 怎么分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kv_lora/k_rope 怎么分 ← kernel 内部的事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846320"/>
            <a:ext cx="5486400" cy="7874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Ascend: host 侧预拆分，model_runner 被迫知道内部布局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必须知道: kv_lora_rank=512, qk_rope_head_dim=64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必须知道: C8? A5? -&gt; CKV合并 vs 分离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必须知道: compress_ratio -&gt; storage_block_size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943600"/>
            <a:ext cx="1161288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594360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20" y="6019800"/>
            <a:ext cx="1125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核心差距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20" y="6223000"/>
            <a:ext cx="1125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上游所有模型类型都产生 1 个 tensor（或 1 个 buffer + as_strided views）。model_runner 只需 view() + permute()，完全不需要知道内部数据结构。Ascend 因为 NPU 算子不支持 stride，必须 host 侧预拆分为独立连续 tensor。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23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34D399"/>
                </a:solidFill>
                <a:latin typeface="Microsoft YaHei"/>
              </a:defRPr>
            </a:pPr>
            <a:r>
              <a:t>与社区对齐：差异层面 + 任务清单 + 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38100" cy="1828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720" y="924560"/>
            <a:ext cx="3261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层面 1: 分组 (差异最小)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" y="1203960"/>
            <a:ext cx="3261360" cy="134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上游: get_kv_cache_groups() 决策级联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Ascend: 多数走上游 + DS V4 patch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patch_kv_cache_utils 覆盖: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- resolve_kv_cache_block_sizes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- group_and_unify_kv_cache_specs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对齐策略: 上游已支持 DS V4 →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未来可删除 DS V4 相关 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8229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822960"/>
            <a:ext cx="3810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7200" y="924560"/>
            <a:ext cx="32613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59E0B"/>
                </a:solidFill>
                <a:latin typeface="Microsoft YaHei"/>
              </a:defRPr>
            </a:pPr>
            <a:r>
              <a:t>层面 2: 分配 (关键差异)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200" y="1203960"/>
            <a:ext cx="3261360" cy="134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上游: 1 tensor/层, KVCacheTensor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shared_by 实现多层共享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Ascend: N tensors/层 (K/V分离)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+ sparse 3~4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+ CKV 合并 vs 分离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对齐策略: KVCacheLayout 封装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多 tensor 拆分 → 对上层透明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822960"/>
            <a:ext cx="3749039" cy="18288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822960"/>
            <a:ext cx="38100" cy="1828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7679" y="924560"/>
            <a:ext cx="3444239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87171"/>
                </a:solidFill>
                <a:latin typeface="Microsoft YaHei"/>
              </a:defRPr>
            </a:pPr>
            <a:r>
              <a:t>层面 3: 内部布局 (根本差异)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679" y="1203960"/>
            <a:ext cx="3444239" cy="134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上游: kernel 内部解析字节/offset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model_runner 只需 view()+permute()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Ascend: host 侧预拆分独立 tensor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reshape 必须知道 kv_lora_rank,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qk_rope_head_dim, scale_dim...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对齐策略: Layout 子类内部消化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  算子侧持续改进 stride 支持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2834640"/>
          <a:ext cx="6675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259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11A1B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T1: Layout 抽象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KVCacheLayout 基类 + 6 子类替换 15+ if-else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Q3 (当前)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T2: Backend 接口扩展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提议 get_kv_cache_layout() 为硬件无关抽象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Q4 (RFC)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T3: Spec 字段通用化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sparse_head_dim / cache_sparse_c8 -&gt; 上游概念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Q4 (RFC)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T4: 删除 Patch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删除 model_runner patch, AscendMLAAttnSpec NPU 字段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Q1+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T5: 算子 stride 推进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推进 NPU 算子 stride/内部解析能力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223760" y="2834640"/>
            <a:ext cx="4480560" cy="15544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2834640"/>
            <a:ext cx="38100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6160" y="2936240"/>
            <a:ext cx="41757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已对齐 (无需额外工作)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6160" y="3215640"/>
            <a:ext cx="4175760" cy="107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✓ KVCacheSpec / KVCacheConfig 数据结构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✓ KVCacheTensor / KVCacheGroupSpec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✓ BlockPool / SingleTypeKVCacheManager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✓ KVCacheCoordinator 体系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✓ Prefix caching hash &amp; block 管理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✓ shared_by 多层共享机制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663440"/>
            <a:ext cx="3200400" cy="254000"/>
          </a:xfrm>
          <a:prstGeom prst="roundRect">
            <a:avLst>
              <a:gd name="adj" fmla="val 50000"/>
            </a:avLst>
          </a:prstGeom>
          <a:solidFill>
            <a:srgbClr val="06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4D399"/>
                </a:solidFill>
                <a:latin typeface="Microsoft YaHei"/>
              </a:defRPr>
            </a:pPr>
            <a:r>
              <a:t>Phase 1 (Q3): 内部重构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63440"/>
            <a:ext cx="777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KVCacheLayout 6子类完成 -&gt; model_runner ~135行 -&gt; 15+ if-else -&gt; 多态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303520"/>
            <a:ext cx="3200400" cy="254000"/>
          </a:xfrm>
          <a:prstGeom prst="roundRect">
            <a:avLst>
              <a:gd name="adj" fmla="val 50000"/>
            </a:avLst>
          </a:prstGeom>
          <a:solidFill>
            <a:srgbClr val="0A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B9CF5"/>
                </a:solidFill>
                <a:latin typeface="Microsoft YaHei"/>
              </a:defRPr>
            </a:pPr>
            <a:r>
              <a:t>Phase 2 (Q4): 向上游提 RFC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303520"/>
            <a:ext cx="777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提议 Layout 抽象 + Backend 接口扩展 + Spec 字段通用化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943600"/>
            <a:ext cx="3200400" cy="254000"/>
          </a:xfrm>
          <a:prstGeom prst="roundRect">
            <a:avLst>
              <a:gd name="adj" fmla="val 50000"/>
            </a:avLst>
          </a:prstGeom>
          <a:solidFill>
            <a:srgbClr val="14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A78BFA"/>
                </a:solidFill>
                <a:latin typeface="Microsoft YaHei"/>
              </a:defRPr>
            </a:pPr>
            <a:r>
              <a:t>Phase 3 (Q1+): 社区合入 + 清理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943600"/>
            <a:ext cx="777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60"/>
              </a:lnSpc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Layout 子类合入 -&gt; 删除 model_runner patch -&gt; 删除 NPU 特有字段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24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B9CF5"/>
                </a:solidFill>
                <a:latin typeface="Microsoft YaHei"/>
              </a:defRPr>
            </a:pPr>
            <a:r>
              <a:t>精度维度：bf16 vs fp8 — 与模型、硬件正交的第三维度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精度不是模型类型的子属性，也不是硬件设备的子属性——它是与两者正交的独立维度，在 KV Cache 的每一个阶段都有不同的表现。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612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583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bf16 行为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int8 C8 (A3)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fp8 C8 (A5)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V3.1</a:t>
                      </a:r>
                      <a:br/>
                      <a:r>
                        <a:t>(标准 MLA)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kv_lora(512)+k_rope(64)</a:t>
                      </a:r>
                      <a:br/>
                      <a:r>
                        <a:t>2 tensor, bf16</a:t>
                      </a:r>
                      <a:br/>
                      <a:r>
                        <a:t>每token: 1152B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V3.2</a:t>
                      </a:r>
                      <a:br/>
                      <a:r>
                        <a:t>(Sparse MLA)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kv_lora+k_rope+indexer_k</a:t>
                      </a:r>
                      <a:br/>
                      <a:r>
                        <a:t>3 tensor, 全bf16</a:t>
                      </a:r>
                      <a:br/>
                      <a:r>
                        <a:t>每token: 1408B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kv_lora+k_rope+idx_k(int8)</a:t>
                      </a:r>
                      <a:br/>
                      <a:r>
                        <a:t>+idx_scale(fp16)</a:t>
                      </a:r>
                      <a:br/>
                      <a:r>
                        <a:t>4 tensor, 每token:1282B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CKV(fp8)+idx_k(fp8)</a:t>
                      </a:r>
                      <a:br/>
                      <a:r>
                        <a:t>+idx_scale(fp32)</a:t>
                      </a:r>
                      <a:br/>
                      <a:r>
                        <a:t>3 tensor, 每token:644B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DS V4</a:t>
                      </a:r>
                      <a:br/>
                      <a:r>
                        <a:t>(Compress MLA)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 (不使用 bf16)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compress_K(fp8)+scale(ue8m0)</a:t>
                      </a:r>
                      <a:br/>
                      <a:r>
                        <a:t>as_strided 2~3 views</a:t>
                      </a:r>
                      <a:br/>
                      <a:r>
                        <a:t>每token: 584B(packed)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Qwen3 MoE</a:t>
                      </a:r>
                      <a:br/>
                      <a:r>
                        <a:t>(GQA)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K(128)+V(128) bf16</a:t>
                      </a:r>
                      <a:br/>
                      <a:r>
                        <a:t>2 tensor</a:t>
                      </a:r>
                      <a:br/>
                      <a:r>
                        <a:t>每token: 256B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 (不使用)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663440"/>
            <a:ext cx="1161288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466344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120" y="4739640"/>
            <a:ext cx="112572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关键观察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0" y="4942840"/>
            <a:ext cx="1125728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精度改变不仅改变 shape 最后一维，还改变 tensor 数量、dtype、scale 有无、CKV 合并格式。同一模型 (DS V3.2) 在 bf16/int8/fp8 下，tensor 数从 3-&gt;4-&gt;3 且每 token 字节数从 1408B-&gt;1282B-&gt;644B 各不相同。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25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B9CF5"/>
                </a:solidFill>
                <a:latin typeface="Microsoft YaHei"/>
              </a:defRPr>
            </a:pPr>
            <a:r>
              <a:t>同一模型 (DS V3.2) 三种精度下的完整链路对比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914400"/>
          <a:ext cx="11795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399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bf16 (非 C8)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int8 C8 (A3)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fp8 C8 (A5)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Spec: cache_sparse_c8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Spec: sparse_head_dim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(512, 64, 128)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(512, 64, 128)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(512, 0, 128)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Spec: c8_k_cache_dtype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float8_e4m3fn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Spec: c8_k_scale_cache_dtype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fp16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fp32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page_size_bytes (每block)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1152 * 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1282 * 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644 * B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Allocate: tensor 数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Allocate: 内容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k_bf16, v_bf16, idx_bf16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k_bf16, v_bf16, idx_int8, s_fp16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ckv_fp8, idx_fp8, s_fp32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Reshape: k_shape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(N,B,1,512)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(N,B,1,512)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 512+128+16) CKV合并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Reshape: v_shape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(N,B,1,64)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(N,B,1,64)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None (已合并入CKV)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Reshape: dsa_k dtype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bf16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float8_e4m3fn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" y="5577840"/>
            <a:ext cx="11795760" cy="609600"/>
          </a:xfrm>
          <a:prstGeom prst="roundRect">
            <a:avLst>
              <a:gd name="adj" fmla="val 4000"/>
            </a:avLst>
          </a:prstGeom>
          <a:solidFill>
            <a:srgbClr val="201D17"/>
          </a:solidFill>
          <a:ln w="12700">
            <a:solidFill>
              <a:srgbClr val="FFD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5577840"/>
            <a:ext cx="50800" cy="609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680" y="5654040"/>
            <a:ext cx="1144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&gt; 核心问题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80" y="5857240"/>
            <a:ext cx="1144016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19"/>
              </a:lnSpc>
              <a:defRPr sz="850" b="0">
                <a:solidFill>
                  <a:srgbClr val="94A3B8"/>
                </a:solidFill>
                <a:latin typeface="Microsoft YaHei"/>
              </a:defRPr>
            </a:pPr>
            <a:r>
              <a:t>三个精度在 Spec 层就用不同的字段值编码了各自的布局信息，但 model_runner 要分别走不同的 if-else 分支来解读这些字段。理想情况下，应该由 Layout 子类在构造时接受精度参数，内部消化所有差异。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26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defRPr sz="2200" b="1">
                <a:solidFill>
                  <a:srgbClr val="5B9CF5"/>
                </a:solidFill>
                <a:latin typeface="Microsoft YaHei"/>
              </a:defRPr>
            </a:pPr>
            <a:r>
              <a:t>精度处理：上游一个字段 vs Ascend 多个字段 + 散落分支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5669280" cy="16891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上游: cache_dtype_str 一个字段搞定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@staticmethod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def get_kv_cache_shape(..., cache_dtype_str='auto'):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if cache_dtype_str == 'fp8_ds_mla':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return (N, B, 656)   # fp8-&gt;656字节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else: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return (N, B, 576)   # bf16-&gt;576元素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model_runner 从不检查 cache_dtype_str!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只是传给 Backend，Backend 返回不同 shape 数字。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精度差异完全封装在 Backend 内部。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822960"/>
            <a:ext cx="5669280" cy="18034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Ascend: cache_sparse_c8 + c8_k_cache_dtype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         + c8_k_scale_cache_dtype = 3个字段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精度差异散落在 5 个地方: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1. page_size_bytes: if cache_sparse_c8: A5?A3?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2. sparse_kv_cache_ratio: if C8: A5?A3? else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3. Allocate: if C8 and A5: 3t elif C8: 4t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4. Reshape: if C8 and A5: CKV shape else...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5. _get_kv_cache_dims: 不受精度影响 (幸运)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上游只需改 shape 最后一维 (576-&gt;656)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Ascend 需要改: tensor数+dtype+scale有无</a:t>
            </a:r>
          </a:p>
          <a:p>
            <a:pPr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94A3B8"/>
                </a:solidFill>
                <a:latin typeface="Consolas"/>
              </a:defRPr>
            </a:pPr>
            <a:r>
              <a:t>#             +shape公式+bytes公式+ratio公式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023360"/>
            <a:ext cx="11612880" cy="18542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精度作为正交维度 — Layout 设计必须显式处理: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              bf16               int8 C8 (A3)        fp8 C8 (A5)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GQA           K/V分离 2t         —                   —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标准 MLA      nope/rope 2t       —                   —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Sparse MLA    kv+rope+idx 3t     kv+rope+idx+s 4t    CKV+idx+s 3t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Compress MLA  —                  —                   as_strided 2~3v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Hybrid        attn+mamba pad     —                   —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-&gt; Layout 子类构造时接受 (precision, device) 参数，内部消化所有精度差异。</a:t>
            </a:r>
          </a:p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-&gt; 目标: 消除 model_runner 中所有 if cache_sparse_c8 / if A5 的精度+硬件分支。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27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defRPr sz="2400" b="1">
                <a:solidFill>
                  <a:srgbClr val="5B9CF5"/>
                </a:solidFill>
                <a:latin typeface="Microsoft YaHei"/>
              </a:defRPr>
            </a:pPr>
            <a:r>
              <a:t>Layout 重构：从 600 行 if-else 到 6 个子类的多态分发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486400" cy="25273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当前: if-else 分发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def _reshape(...):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if self.use_compress: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# DS V4 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elif self.use_sparse: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if C8 and A5: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    # A5 sparse C8...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elif C8: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    # A3 sparse C8...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else: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    # no C8...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elif hybrid: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# Qwen3.5...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elif cache_only: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    # 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else: ...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15+ 分支, ~600 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486400" cy="1968500"/>
          </a:xfrm>
          <a:prstGeom prst="roundRect">
            <a:avLst>
              <a:gd name="adj" fmla="val 3000"/>
            </a:avLst>
          </a:prstGeom>
          <a:solidFill>
            <a:srgbClr val="0A0E14"/>
          </a:solidFill>
          <a:ln w="635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目标: 多态分发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class KVCacheLayout(ABC):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def get_kv_cache_shape() -&gt; list[shape]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def split_sizes(total,spec) -&gt; list[int]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    def reshape(raws,spec) -&gt; list[Tensor]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# 6 个子类: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StandardKVLayout       # GQA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MLANopeRopeLayout     # DS V3.1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SparseMLALayout       # DS V3.2/GLM5.1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CompressedMLALayout   # DS V4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HybridLayout          # Qwen3.5</a:t>
            </a:r>
          </a:p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  <a:defRPr sz="750">
                <a:solidFill>
                  <a:srgbClr val="94A3B8"/>
                </a:solidFill>
                <a:latin typeface="Consolas"/>
              </a:defRPr>
            </a:pPr>
            <a:r>
              <a:t>CacheOnlyLayout       # hidden state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480560"/>
          <a:ext cx="113385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32918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旧代码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B9CF5"/>
                          </a:solidFill>
                          <a:latin typeface="Microsoft YaHei"/>
                        </a:defRPr>
                      </a:pPr>
                      <a:r>
                        <a:t>新代码</a:t>
                      </a:r>
                    </a:p>
                  </a:txBody>
                  <a:tcPr>
                    <a:solidFill>
                      <a:srgbClr val="1A1F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model_runner行数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~600 行 if-else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~135行调度 + 625行Layout类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新增模型方式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找所有分支点 -&gt; 加3~5处分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创建/选择Layout子类 -&gt; 实现3方法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单元测试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难以独立测试各分支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每个Layout子类独立可测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分支状态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feature/layout-refactor-phase3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8EDF4"/>
                          </a:solidFill>
                          <a:latin typeface="Microsoft YaHei"/>
                        </a:defRPr>
                      </a:pPr>
                      <a:r>
                        <a:t>12 files, +2080/-3357 lines</a:t>
                      </a:r>
                    </a:p>
                  </a:txBody>
                  <a:tcPr>
                    <a:solidFill>
                      <a:srgbClr val="151A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2286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defRPr sz="900" b="0">
                <a:solidFill>
                  <a:srgbClr val="5E6D82"/>
                </a:solidFill>
                <a:latin typeface="Consolas"/>
              </a:defRPr>
            </a:pPr>
            <a:r>
              <a:t>28 /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5B9CF5"/>
                </a:solidFill>
                <a:latin typeface="Microsoft YaHei"/>
              </a:defRPr>
            </a:pPr>
            <a:r>
              <a:t>总结：差异本质与三步对齐路线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38100" cy="2011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60" y="101600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F87171"/>
                </a:solidFill>
                <a:latin typeface="Microsoft YaHei"/>
              </a:defRPr>
            </a:pPr>
            <a:r>
              <a:t>三个核心差异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" y="1295400"/>
            <a:ext cx="5181600" cy="152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1. Backend接口不足: 上游返回完整shape vs Ascend返回参考shape -&gt; 语义泄漏到model_runner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2. NPU stride不支持: GPU kernel内stride切分 vs NPU host侧预拆分 -&gt; model_runner被迫当'翻译官'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3. Spec创建路径分散: 3条路径 (model_runner/v2 worker/模型专属) 不统一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91440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38100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320" y="1016000"/>
            <a:ext cx="5181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1">
                <a:solidFill>
                  <a:srgbClr val="34D399"/>
                </a:solidFill>
                <a:latin typeface="Microsoft YaHei"/>
              </a:defRPr>
            </a:pPr>
            <a:r>
              <a:t>三个对齐支柱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320" y="1295400"/>
            <a:ext cx="5181600" cy="152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1. KVCacheLayout抽象: if-else -&gt; 多态分发，每个Layout子类独立可测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2. get_kv_cache_layout()接口: 一次调用返回完整layout列表，model_runner无分支遍历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850">
                <a:solidFill>
                  <a:srgbClr val="94A3B8"/>
                </a:solidFill>
                <a:latin typeface="Microsoft YaHei"/>
              </a:defRPr>
            </a:pPr>
            <a:r>
              <a:t>3. Spec语义回归: 类型名-&gt;语义，消除'万能类'，字段由上游概念表达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3200400" cy="254000"/>
          </a:xfrm>
          <a:prstGeom prst="roundRect">
            <a:avLst>
              <a:gd name="adj" fmla="val 50000"/>
            </a:avLst>
          </a:prstGeom>
          <a:solidFill>
            <a:srgbClr val="061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4D399"/>
                </a:solidFill>
                <a:latin typeface="Microsoft YaHei"/>
              </a:defRPr>
            </a:pPr>
            <a:r>
              <a:t>Phase 1 (Q3): 内部重构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200400"/>
            <a:ext cx="777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完成phase3分支 -&gt; 6个KVCacheLayout子类替代15+if-else -&gt; model_runner缩减到~135行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3200400" cy="254000"/>
          </a:xfrm>
          <a:prstGeom prst="roundRect">
            <a:avLst>
              <a:gd name="adj" fmla="val 50000"/>
            </a:avLst>
          </a:prstGeom>
          <a:solidFill>
            <a:srgbClr val="0A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9CF5"/>
                </a:solidFill>
                <a:latin typeface="Microsoft YaHei"/>
              </a:defRPr>
            </a:pPr>
            <a:r>
              <a:t>Phase 2 (Q4): 向上游提RFC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023360"/>
            <a:ext cx="777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提议KVCacheLayout作为硬件无关可选抽象 -&gt; 提议get_kv_cache_shape()扩展 -&gt; sparse_head_dim通用化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200400" cy="254000"/>
          </a:xfrm>
          <a:prstGeom prst="roundRect">
            <a:avLst>
              <a:gd name="adj" fmla="val 50000"/>
            </a:avLst>
          </a:prstGeom>
          <a:solidFill>
            <a:srgbClr val="14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A78BFA"/>
                </a:solidFill>
                <a:latin typeface="Microsoft YaHei"/>
              </a:defRPr>
            </a:pPr>
            <a:r>
              <a:t>Phase 3 (Q1): 社区合入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846320"/>
            <a:ext cx="777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Layout子类合入社区 -&gt; 删除model_runner patch -&gt; 删除AscendMLAAttentionSpec NPU特有字段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69280"/>
            <a:ext cx="11247120" cy="330200"/>
          </a:xfrm>
          <a:prstGeom prst="roundRect">
            <a:avLst>
              <a:gd name="adj" fmla="val 3000"/>
            </a:avLst>
          </a:prstGeom>
          <a:solidFill>
            <a:srgbClr val="1A1F2B"/>
          </a:solidFill>
          <a:ln w="12700">
            <a:solidFill>
              <a:srgbClr val="2A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rgbClr val="E8EDF4"/>
                </a:solidFill>
                <a:latin typeface="Consolas"/>
              </a:defRPr>
            </a:pPr>
            <a:r>
              <a:t>对齐后的架构: layer.get_kv_cache_spec() -&gt; KVCacheSpec -&gt; Backend.get_kv_cache_layout() -&gt; KVCacheLayout(多态) -&gt; model_runner(~60行,0分支)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