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1 / 30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0" y="1371600"/>
            <a:ext cx="1003300" cy="228600"/>
          </a:xfrm>
          <a:prstGeom prst="roundRect">
            <a:avLst>
              <a:gd name="adj" fmla="val 50000"/>
            </a:avLst>
          </a:prstGeom>
          <a:solidFill>
            <a:srgbClr val="E9F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58B230"/>
                </a:solidFill>
                <a:latin typeface="Microsoft YaHei"/>
              </a:defRPr>
            </a:pPr>
            <a:r>
              <a:t>社区 vLLM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1460500" cy="228600"/>
          </a:xfrm>
          <a:prstGeom prst="roundRect">
            <a:avLst>
              <a:gd name="adj" fmla="val 50000"/>
            </a:avLst>
          </a:prstGeom>
          <a:solidFill>
            <a:srgbClr val="FC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ED6C00"/>
                </a:solidFill>
                <a:latin typeface="Microsoft YaHei"/>
              </a:defRPr>
            </a:pPr>
            <a:r>
              <a:t>vLLM-Ascend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660400" cy="228600"/>
          </a:xfrm>
          <a:prstGeom prst="roundRect">
            <a:avLst>
              <a:gd name="adj" fmla="val 50000"/>
            </a:avLst>
          </a:prstGeom>
          <a:solidFill>
            <a:srgbClr val="F7D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6000B"/>
                </a:solidFill>
                <a:latin typeface="Microsoft YaHei"/>
              </a:defRPr>
            </a:pPr>
            <a:r>
              <a:t>技术汇报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  <a:defRPr sz="4000" b="1">
                <a:solidFill>
                  <a:srgbClr val="C6000B"/>
                </a:solidFill>
                <a:latin typeface="Microsoft YaHei"/>
              </a:defRPr>
            </a:pPr>
            <a:r>
              <a:t>KV Cache 管理方式</a:t>
            </a:r>
            <a:br/>
            <a:r>
              <a:t>梳理与差异分析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0">
                <a:solidFill>
                  <a:srgbClr val="595757"/>
                </a:solidFill>
                <a:latin typeface="Microsoft YaHei"/>
              </a:defRPr>
            </a:pPr>
            <a:r>
              <a:t>从端到端管线 (Spec→Backend→Allocate→Reshape) 到逐阶段代码级对比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defRPr sz="1100" b="0">
                <a:solidFill>
                  <a:srgbClr val="595757"/>
                </a:solidFill>
                <a:latin typeface="Microsoft YaHei"/>
              </a:defRPr>
            </a:pPr>
            <a:r>
              <a:t>覆盖: GQA(Qwen3 MoE) / MLA(DS V3.1/V3.2/V4) / SFA(GLM5.1) / Hybrid(Qwen3.5)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389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C8102E"/>
                </a:solidFill>
                <a:latin typeface="Consolas"/>
              </a:defRPr>
            </a:pPr>
            <a:r>
              <a:t>~600 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84632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Ascend model_runner</a:t>
            </a:r>
            <a:br/>
            <a:r>
              <a:t>分支代码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389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58B230"/>
                </a:solidFill>
                <a:latin typeface="Consolas"/>
              </a:defRPr>
            </a:pPr>
            <a:r>
              <a:t>~60 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84632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上游 model_runner</a:t>
            </a:r>
            <a:br/>
            <a:r>
              <a:t>代码量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389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C6000B"/>
                </a:solidFill>
                <a:latin typeface="Consolas"/>
              </a:defRPr>
            </a:pPr>
            <a:r>
              <a:t>15+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84632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if-else 分支点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389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C60054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84632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模型类型覆盖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94360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98989"/>
                </a:solidFill>
                <a:latin typeface="Microsoft YaHei"/>
              </a:defRPr>
            </a:pPr>
            <a:r>
              <a:t>2026 年 7 月 · 内部技术评审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2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defRPr sz="2600" b="1">
                <a:solidFill>
                  <a:srgbClr val="C6000B"/>
                </a:solidFill>
                <a:latin typeface="Microsoft YaHei"/>
              </a:defRPr>
            </a:pPr>
            <a:r>
              <a:t>汇报路线图：从总体管线到逐阶段代码级对比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88720" cy="304800"/>
          </a:xfrm>
          <a:prstGeom prst="roundRect">
            <a:avLst>
              <a:gd name="adj" fmla="val 50000"/>
            </a:avLst>
          </a:prstGeom>
          <a:solidFill>
            <a:srgbClr val="130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6000B"/>
                </a:solidFill>
                <a:latin typeface="Microsoft YaHei"/>
              </a:defRPr>
            </a:pPr>
            <a: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1">
                <a:solidFill>
                  <a:srgbClr val="C6000B"/>
                </a:solidFill>
                <a:latin typeface="Microsoft YaHei"/>
              </a:defRPr>
            </a:pPr>
            <a:r>
              <a:t>总体架构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005840"/>
            <a:ext cx="6858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端到端管线全景：Spec → Backend → Allocate → Reshape</a:t>
            </a:r>
            <a:br/>
            <a:r>
              <a:t>社区 KV Cache 管理方法速览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1188720" cy="304800"/>
          </a:xfrm>
          <a:prstGeom prst="roundRect">
            <a:avLst>
              <a:gd name="adj" fmla="val 50000"/>
            </a:avLst>
          </a:prstGeom>
          <a:solidFill>
            <a:srgbClr val="04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BB5C5"/>
                </a:solidFill>
                <a:latin typeface="Microsoft YaHei"/>
              </a:defRPr>
            </a:pPr>
            <a:r>
              <a:t>Part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920240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1">
                <a:solidFill>
                  <a:srgbClr val="2BB5C5"/>
                </a:solidFill>
                <a:latin typeface="Microsoft YaHei"/>
              </a:defRPr>
            </a:pPr>
            <a:r>
              <a:t>Spec 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6858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上游「类型即语义」vs Ascend「万能类」</a:t>
            </a:r>
            <a:br/>
            <a:r>
              <a:t>以 DS V3.2 为例的 Spec 创建代码对比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1188720" cy="304800"/>
          </a:xfrm>
          <a:prstGeom prst="roundRect">
            <a:avLst>
              <a:gd name="adj" fmla="val 50000"/>
            </a:avLst>
          </a:prstGeom>
          <a:solidFill>
            <a:srgbClr val="0811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58B230"/>
                </a:solidFill>
                <a:latin typeface="Microsoft YaHei"/>
              </a:defRPr>
            </a:pPr>
            <a:r>
              <a:t>Part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834640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1">
                <a:solidFill>
                  <a:srgbClr val="58B230"/>
                </a:solidFill>
                <a:latin typeface="Microsoft YaHei"/>
              </a:defRPr>
            </a:pPr>
            <a:r>
              <a:t>Backend 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834640"/>
            <a:ext cx="6858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4 类 Ascend Backend vs 上游 Backend</a:t>
            </a:r>
            <a:br/>
            <a:r>
              <a:t>get_kv_cache_shape() 的 1/N 信息问题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40"/>
            <a:ext cx="1188720" cy="304800"/>
          </a:xfrm>
          <a:prstGeom prst="roundRect">
            <a:avLst>
              <a:gd name="adj" fmla="val 50000"/>
            </a:avLst>
          </a:prstGeom>
          <a:solidFill>
            <a:srgbClr val="17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ED6C00"/>
                </a:solidFill>
                <a:latin typeface="Microsoft YaHei"/>
              </a:defRPr>
            </a:pPr>
            <a:r>
              <a:t>Part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749040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1">
                <a:solidFill>
                  <a:srgbClr val="ED6C00"/>
                </a:solidFill>
                <a:latin typeface="Microsoft YaHei"/>
              </a:defRPr>
            </a:pPr>
            <a:r>
              <a:t>Allocate &amp; Reshape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749040"/>
            <a:ext cx="6858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上游 30 行 vs Ascend 185 行</a:t>
            </a:r>
            <a:br/>
            <a:r>
              <a:t>DS V3.2 / DS V4 代码拆解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63440"/>
            <a:ext cx="1188720" cy="304800"/>
          </a:xfrm>
          <a:prstGeom prst="roundRect">
            <a:avLst>
              <a:gd name="adj" fmla="val 50000"/>
            </a:avLst>
          </a:prstGeom>
          <a:solidFill>
            <a:srgbClr val="13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60054"/>
                </a:solidFill>
                <a:latin typeface="Microsoft YaHei"/>
              </a:defRPr>
            </a:pPr>
            <a:r>
              <a:t>Part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663440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1">
                <a:solidFill>
                  <a:srgbClr val="C60054"/>
                </a:solidFill>
                <a:latin typeface="Microsoft YaHei"/>
              </a:defRPr>
            </a:pPr>
            <a:r>
              <a:t>模型类型差异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663440"/>
            <a:ext cx="6858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5 种模型类型完整链路对比表</a:t>
            </a:r>
            <a:br/>
            <a:r>
              <a:t>标准 MLA → Sparse MLA → Compress MLA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577840"/>
            <a:ext cx="1188720" cy="304800"/>
          </a:xfrm>
          <a:prstGeom prst="roundRect">
            <a:avLst>
              <a:gd name="adj" fmla="val 50000"/>
            </a:avLst>
          </a:prstGeom>
          <a:solidFill>
            <a:srgbClr val="1401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8102E"/>
                </a:solidFill>
                <a:latin typeface="Microsoft YaHei"/>
              </a:defRPr>
            </a:pPr>
            <a:r>
              <a:t>Part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577840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1">
                <a:solidFill>
                  <a:srgbClr val="C8102E"/>
                </a:solidFill>
                <a:latin typeface="Microsoft YaHei"/>
              </a:defRPr>
            </a:pPr>
            <a:r>
              <a:t>精度 + 根因 + 对齐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577840"/>
            <a:ext cx="6858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bf16 vs fp8 正交维度 · 六大根因</a:t>
            </a:r>
            <a:br/>
            <a:r>
              <a:t>Layout 重构方案 · 三步路线图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6492240"/>
            <a:ext cx="11247120" cy="609600"/>
          </a:xfrm>
          <a:prstGeom prst="roundRect">
            <a:avLst>
              <a:gd name="adj" fmla="val 4000"/>
            </a:avLst>
          </a:prstGeom>
          <a:solidFill>
            <a:srgbClr val="FAEAEB"/>
          </a:solidFill>
          <a:ln w="12700">
            <a:solidFill>
              <a:srgbClr val="FF3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6492240"/>
            <a:ext cx="50800" cy="60960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0" y="6568440"/>
            <a:ext cx="108915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6000B"/>
                </a:solidFill>
                <a:latin typeface="Microsoft YaHei"/>
              </a:defRPr>
            </a:pPr>
            <a:r>
              <a:t>&gt; 叙事逻辑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6771640"/>
            <a:ext cx="108915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总体→局部: 先建立「Spec→Backend→Allocate→Reshape」端到端管线共识 → 再逐阶段深入 + 配具体模型代码 → 最后归纳根因与对齐方案。每个阶段都回答同一个问题: 上游怎么做? Ascend 怎么做? 差距在哪?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3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2743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6000B"/>
                </a:solidFill>
                <a:latin typeface="Consolas"/>
              </a:defRPr>
            </a:pPr>
            <a:r>
              <a:t>PART 1 · 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defRPr sz="3200" b="1">
                <a:solidFill>
                  <a:srgbClr val="C6000B"/>
                </a:solidFill>
                <a:latin typeface="Microsoft YaHei"/>
              </a:defRPr>
            </a:pPr>
            <a:r>
              <a:t>端到端管线全景：Spec → Backend → Allocate → Reshape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defRPr sz="1300" b="0">
                <a:solidFill>
                  <a:srgbClr val="595757"/>
                </a:solidFill>
                <a:latin typeface="Microsoft YaHei"/>
              </a:defRPr>
            </a:pPr>
            <a:r>
              <a:t>先建立全局共识——上游和Ascend各自怎么走完这四步——再逐阶段深入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4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58B230"/>
                </a:solidFill>
                <a:latin typeface="Microsoft YaHei"/>
              </a:defRPr>
            </a:pPr>
            <a:r>
              <a:t>社区 vLLM 端到端管线：四阶段，Backend 说了算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model_runner 的角色是「机械执行」——它不做模型类型的判断，只按 Backend 返回的结果做 view()/permute()。所有模型类型都走同一条路径。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rgbClr val="130001"/>
          </a:solidFill>
          <a:ln w="12700">
            <a:solidFill>
              <a:srgbClr val="C6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6000B"/>
                </a:solidFill>
                <a:latin typeface="Consolas"/>
              </a:defRPr>
            </a:pPr>
            <a:r>
              <a:t>① Spec 创建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9944" y="1026160"/>
            <a:ext cx="152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9898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6944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rgbClr val="041213"/>
          </a:solidFill>
          <a:ln w="12700">
            <a:solidFill>
              <a:srgbClr val="2BB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BB5C5"/>
                </a:solidFill>
                <a:latin typeface="Consolas"/>
              </a:defRPr>
            </a:pPr>
            <a:r>
              <a:t>② Backend 返回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9688" y="1026160"/>
            <a:ext cx="152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9898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96688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rgbClr val="081104"/>
          </a:solidFill>
          <a:ln w="12700">
            <a:solidFill>
              <a:srgbClr val="58B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58B230"/>
                </a:solidFill>
                <a:latin typeface="Consolas"/>
              </a:defRPr>
            </a:pPr>
            <a:r>
              <a:t>③ 全局规划: configs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9432" y="1026160"/>
            <a:ext cx="152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9898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6432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rgbClr val="170A00"/>
          </a:solidFill>
          <a:ln w="12700">
            <a:solidFill>
              <a:srgbClr val="ED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ED6C00"/>
                </a:solidFill>
                <a:latin typeface="Consolas"/>
              </a:defRPr>
            </a:pPr>
            <a:r>
              <a:t>④ Allocate: zeros(int8)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09176" y="1026160"/>
            <a:ext cx="152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9898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36176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rgbClr val="130008"/>
          </a:solidFill>
          <a:ln w="12700">
            <a:solidFill>
              <a:srgbClr val="C60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60054"/>
                </a:solidFill>
                <a:latin typeface="Consolas"/>
              </a:defRPr>
            </a:pPr>
            <a:r>
              <a:t>⑤ Reshape: view+permute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554480"/>
            <a:ext cx="2834640" cy="23774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554480"/>
            <a:ext cx="38100" cy="237744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720" y="1656080"/>
            <a:ext cx="25298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① Spec 创建: layer → KVCacheSpec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20" y="1935480"/>
            <a:ext cx="2529840" cy="189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Attention.get_kv_cache_spec() 返回 frozen dataclass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每层声明: block_size, num_kv_heads, head_size, dtype, page_size_bytes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所有模型类型共用 KVCacheSpec 子类体系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对 model_runner 来说: 拿到一个 Spec 对象，不用问是什么模型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1554480"/>
            <a:ext cx="2834640" cy="23774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1554480"/>
            <a:ext cx="38100" cy="2377440"/>
          </a:xfrm>
          <a:prstGeom prst="rect">
            <a:avLst/>
          </a:prstGeom>
          <a:solidFill>
            <a:srgbClr val="2B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2800" y="1656080"/>
            <a:ext cx="25298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2BB5C5"/>
                </a:solidFill>
                <a:latin typeface="Microsoft YaHei"/>
              </a:defRPr>
            </a:pPr>
            <a:r>
              <a:t>② Backend 返回 Shape: 完整信息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2800" y="1935480"/>
            <a:ext cx="2529840" cy="189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Backend.get_kv_cache_shape() 返回完整的 shape tuple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GQA: (2, N, B, H, D) — K/V 交织在 dim=0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MLA: (N, B, 576) — kv_lora(512)+k_rope(64) 平面存储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一个 shape 回答全部存储问题，1 tensor / 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554480"/>
            <a:ext cx="2834640" cy="23774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554480"/>
            <a:ext cx="38100" cy="237744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8880" y="1656080"/>
            <a:ext cx="25298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t>③ 全局规划: get_kv_cache_configs()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8880" y="1935480"/>
            <a:ext cx="2529840" cy="189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分组: get_kv_cache_groups() — 决策级联 (Uniform→Hybrid→DSV4)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算块: available_memory / page_size_bytes → num_blocks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出配置: KVCacheConfig { num_blocks, kv_cache_tensors[], groups[]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KVCacheTensor.shared_by 实现多层共享物理 buffer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1554480"/>
            <a:ext cx="2834640" cy="23774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560" y="1554480"/>
            <a:ext cx="38100" cy="237744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04960" y="1656080"/>
            <a:ext cx="25298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ED6C00"/>
                </a:solidFill>
                <a:latin typeface="Microsoft YaHei"/>
              </a:defRPr>
            </a:pPr>
            <a:r>
              <a:t>④⑤ Allocate + Reshape: ~60 行，0 分支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4960" y="1935480"/>
            <a:ext cx="2529840" cy="189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_allocate_kv_cache(): torch.zeros(size, dtype=int8) — 30 行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_reshape_kv_cache(): raw.view(dtype).view(shape).permute() — 30 行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Mamba/MLA 用 as_strided 做零拷贝视图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model_runner 不关心内部数据怎么分——全由 Backend 封装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114800"/>
            <a:ext cx="11338560" cy="609600"/>
          </a:xfrm>
          <a:prstGeom prst="roundRect">
            <a:avLst>
              <a:gd name="adj" fmla="val 4000"/>
            </a:avLst>
          </a:prstGeom>
          <a:solidFill>
            <a:srgbClr val="F1F8EE"/>
          </a:solidFill>
          <a:ln w="12700">
            <a:solidFill>
              <a:srgbClr val="94E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114800"/>
            <a:ext cx="50800" cy="60960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120" y="4191000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58B230"/>
                </a:solidFill>
                <a:latin typeface="Microsoft YaHei"/>
              </a:defRPr>
            </a:pPr>
            <a:r>
              <a:t>&gt; 社区核心原则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120" y="4394200"/>
            <a:ext cx="109829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Backend 是 KV Cache shape 的唯一决定者。每一维的含义、tensor 的数量、K/V 的存储方式，都由 Backend 说了算。model_runner 只做机械执行——拿到 raw tensor → view(dtype) → view(shape) → permute() → 结束。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4846320"/>
            <a:ext cx="5486400" cy="12801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846320"/>
            <a:ext cx="38100" cy="128016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6720" y="4947920"/>
            <a:ext cx="518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内部数据组织: 单 tensor 内部分拆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6720" y="5227320"/>
            <a:ext cx="5181600" cy="79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GQA: tensor[0]=K, tensor[1]=V — kernel 通过 offset 区分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MLA: tensor[:,:,:512]=kv_lora, tensor[:,:,512:]=k_rope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MLA fp8: 单 tensor, 字节级自定义布局 (656B/token V3.2)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kernel 内部解析，host 侧完全不需要知道内部结构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0" y="4846320"/>
            <a:ext cx="5577840" cy="12801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35040" y="4846320"/>
            <a:ext cx="38100" cy="128016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87440" y="4947920"/>
            <a:ext cx="52730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分组方案: get_kv_cache_groups() 决策级联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7440" y="5227320"/>
            <a:ext cx="5273040" cy="79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情况1: 所有层相同 → 1 group 全包含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情况2: 同类型不同维度 → UniformTypeKVCacheSpecs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情况3: DS V4 → 按 page_size 分桶 + layer_tuple 对齐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情况4: 通用 Hybrid → min_num_layers 分组 + padding 补齐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5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C8102E"/>
                </a:solidFill>
                <a:latin typeface="Microsoft YaHei"/>
              </a:defRPr>
            </a:pPr>
            <a:r>
              <a:t>Ascend 的同一管线：为什么变成了 600 行 if-else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上游的四个阶段在 Ascend 侧全部出现了信息丢失——每一步都只能完成 1/N 的工作，剩余 N-1/N 泄漏到 model_runner。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rgbClr val="140104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8102E"/>
                </a:solidFill>
                <a:latin typeface="Consolas"/>
              </a:defRPr>
            </a:pPr>
            <a:r>
              <a:t>① Spec 创建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9944" y="1026160"/>
            <a:ext cx="152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9898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6944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rgbClr val="140104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8102E"/>
                </a:solidFill>
                <a:latin typeface="Consolas"/>
              </a:defRPr>
            </a:pPr>
            <a:r>
              <a:t>② Backend: 只返参考Shape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9688" y="1026160"/>
            <a:ext cx="152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9898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96688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rgbClr val="140104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8102E"/>
                </a:solidFill>
                <a:latin typeface="Consolas"/>
              </a:defRPr>
            </a:pPr>
            <a:r>
              <a:t>③ 全局规划: 有 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9432" y="1026160"/>
            <a:ext cx="152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9898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6432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rgbClr val="140104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8102E"/>
                </a:solidFill>
                <a:latin typeface="Consolas"/>
              </a:defRPr>
            </a:pPr>
            <a:r>
              <a:t>④ Allocate: 多tensor拆分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09176" y="1026160"/>
            <a:ext cx="152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9898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36176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rgbClr val="140104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8102E"/>
                </a:solidFill>
                <a:latin typeface="Consolas"/>
              </a:defRPr>
            </a:pPr>
            <a:r>
              <a:t>⑤ Reshape: 15+ if-else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554480"/>
            <a:ext cx="3749039" cy="23774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554480"/>
            <a:ext cx="38100" cy="2377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720" y="165608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① Spec: AscendMLAAttentionSpec「万能类」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20" y="1935480"/>
            <a:ext cx="3444239" cy="189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上游: 1 种模型 → 1 种 Spec 子类 (类型即语义)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Ascend: 所有 MLA 变体挤进同一个 AscendMLAAttentionSpec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新增 6 个 NPU 特有字段: scale_dim, scale_dtype,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sparse_head_dim, cache_sparse_c8, c8_k_cache_dtype...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Spec 声明了信息，但缺少解释方法 (page_size_bytes 有分支)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1554480"/>
            <a:ext cx="3749039" cy="23774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1554480"/>
            <a:ext cx="38100" cy="2377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67200" y="165608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② Backend: 只返回「参考 Shape」— 1/N 信息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7200" y="1935480"/>
            <a:ext cx="3444239" cy="189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上游: get_kv_cache_shape() → (2,N,B,H,D) 完整可用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Ascend: 同名方法 → (N,B,1,576) 参考值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Sparse MLA 实际需要 3~4 tensor，Backend 只返回 1 个 shape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剩余 N-1 个 tensor 的 shape 需要 model_runner 自己推断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1554480"/>
            <a:ext cx="3749039" cy="23774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80" y="1554480"/>
            <a:ext cx="38100" cy="2377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07680" y="165608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③④⑤ Allocate+Reshape: 模型类型判断泄漏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7680" y="1935480"/>
            <a:ext cx="3444239" cy="189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model_runner 被迫检查: use_sparse? use_compress? use_mla?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use_hybrid_blocks? C8? A5? A3? cache_only?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Allocate: ~185 行, 判断需要拆几个 tensor + 各自多大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Reshape: ~350 行, 判断每个 tensor 的 dtype + shape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15+ if-else, 每个新模型加 3~5 处分支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114800"/>
            <a:ext cx="11338560" cy="609600"/>
          </a:xfrm>
          <a:prstGeom prst="roundRect">
            <a:avLst>
              <a:gd name="adj" fmla="val 4000"/>
            </a:avLst>
          </a:prstGeom>
          <a:solidFill>
            <a:srgbClr val="FAEBEE"/>
          </a:solidFill>
          <a:ln w="1270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114800"/>
            <a:ext cx="50800" cy="609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120" y="4191000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8102E"/>
                </a:solidFill>
                <a:latin typeface="Microsoft YaHei"/>
              </a:defRPr>
            </a:pPr>
            <a:r>
              <a:t>&gt; 一句话总结核心差距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120" y="4394200"/>
            <a:ext cx="109829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上游 Backend 的 get_kv_cache_shape() 一个方法回答了全部存储问题；Ascend Backend 的同名方法只回答了 1/N 的信息 (一个 tensor 的 shape)，剩下 N-1/N 泄漏到了 model_runner 的 15+ 个 if-else 分支里。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846320"/>
            <a:ext cx="5486400" cy="12801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846320"/>
            <a:ext cx="38100" cy="1280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6720" y="4947920"/>
            <a:ext cx="518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根因 1: NPU 算子不支持 stride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6720" y="5227320"/>
            <a:ext cx="5181600" cy="79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CUDA kernel: SIMT LSU 可处理任意 stride 访问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单 tensor (2,N,B,H,D)，kernel 内部 offset 切 K/V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 NPU: DMA Engine 只接受 {base_addr, length}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host 侧必须预拆分为独立连续 tensor → 分配+重塑复杂化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4846320"/>
            <a:ext cx="5577840" cy="12801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4846320"/>
            <a:ext cx="38100" cy="1280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87440" y="4947920"/>
            <a:ext cx="52730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根因 2: Backend 接口语义不足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7440" y="5227320"/>
            <a:ext cx="5273040" cy="79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上游: tuple[int,...] 返回值 → 恰好够用 (1 tensor)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Ascend: 需要表达 2~4 个 tensor 的布局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单返回值语义空间不够 → 只能返回「参考 shape」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拆分信息 (split ratio, dtype, count) 泄漏到外部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6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58B230"/>
                </a:solidFill>
                <a:latin typeface="Microsoft YaHei"/>
              </a:defRPr>
            </a:pPr>
            <a:r>
              <a:t>社区 KV Cache 管理（一）：分层分组方案 (Grouping Schemes)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get_kv_cache_groups() 决策级联——从简到繁依次尝试，上游用一套算法覆盖所有模型类型（纯GQA / Hybrid / DS V4 / Mamba混合）。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2743200" cy="19202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8100" cy="192024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720" y="1107440"/>
            <a:ext cx="2438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情况1: Uniform Spec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" y="1386840"/>
            <a:ext cx="2438400" cy="143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所有层 KVCacheSpec 完全相同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1 个 group，包含所有层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适用: Llama, Qwen3 MoE (纯 GQA)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page_size = num_layers ×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block_size × kv_hidden_size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005840"/>
            <a:ext cx="2743200" cy="19202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005840"/>
            <a:ext cx="38100" cy="192024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2800" y="1107440"/>
            <a:ext cx="2438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t>情况2: Uniform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2800" y="1386840"/>
            <a:ext cx="2438400" cy="143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同 attention 类型，不同 hidden_size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1 个 UniformTypeKVCacheSpecs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适用: 同类型但维度不同的层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page_size = max(page_sizes)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通过 GCD 近似对齐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005840"/>
            <a:ext cx="2834640" cy="19202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005840"/>
            <a:ext cx="38100" cy="1920240"/>
          </a:xfrm>
          <a:prstGeom prst="rect">
            <a:avLst/>
          </a:prstGeom>
          <a:solidFill>
            <a:srgbClr val="C60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880" y="1107440"/>
            <a:ext cx="25298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54"/>
                </a:solidFill>
                <a:latin typeface="Microsoft YaHei"/>
              </a:defRPr>
            </a:pPr>
            <a:r>
              <a:t>情况3: DeepSeek V4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880" y="1386840"/>
            <a:ext cx="2529840" cy="143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SWA + MLA 三层结构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group_and_unify + uniform groups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按 page_size 分桶 + layer_tuple 对齐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每 (tuple_idx, bucket) → KVCacheTensor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num_blocks = mem / (tuple_bytes × tuples)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005840"/>
            <a:ext cx="2743200" cy="19202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005840"/>
            <a:ext cx="38100" cy="192024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6400" y="1107440"/>
            <a:ext cx="2438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ED6C00"/>
                </a:solidFill>
                <a:latin typeface="Microsoft YaHei"/>
              </a:defRPr>
            </a:pPr>
            <a:r>
              <a:t>情况4: 通用 Hybrid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6400" y="1386840"/>
            <a:ext cx="2438400" cy="143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多 attention 类型混合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min_num_layers 分组 + padding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例: Gemma3 52sw+10full → 7 groups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例: Llama4 3local+1full → 4 groups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例: Qwen3.5 attn+mamba → 4 groups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154680"/>
            <a:ext cx="5669280" cy="1676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通用 Hybrid 分组算法 (kv_cache_utils.py:1057-1176)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Step 1: 相同 spec 类型聚拢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same_type_layers = defaultdict(list)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for name, spec in kv_cache_spec.items():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same_type_layers[spec].append(name)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Step 2: 确定 group_size = min(每类层数)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group_size = min(len(layers) for layers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  in same_type_layers.values())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Step 3: 每类层按 layers[i::num_groups] 交错分配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  (兼容 PP 跨 stage 对齐, 避免空 group)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Step 4: 不足 group_size 的用 padding 补齐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  → 创建 KVCacheGroupSpec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17920" y="315468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设计约束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同 group 内相同 attention 类型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保证 block 分配数量一致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跨 group 相同 page_size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内存池只有一个 page size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每类 group 层数相等 (或加 padding)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保证 block table 可重复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每 token 每层物理内存相同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当前强假设, Mamba 例外需 padding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KV Sharing 层不参与分配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直接复用目标层 KV cache (gemma-3n)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274320" y="5029200"/>
            <a:ext cx="11612880" cy="609600"/>
          </a:xfrm>
          <a:prstGeom prst="roundRect">
            <a:avLst>
              <a:gd name="adj" fmla="val 4000"/>
            </a:avLst>
          </a:prstGeom>
          <a:solidFill>
            <a:srgbClr val="F1F8EE"/>
          </a:solidFill>
          <a:ln w="12700">
            <a:solidFill>
              <a:srgbClr val="94E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029200"/>
            <a:ext cx="50800" cy="60960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120" y="5105400"/>
            <a:ext cx="112572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58B230"/>
                </a:solidFill>
                <a:latin typeface="Microsoft YaHei"/>
              </a:defRPr>
            </a:pPr>
            <a:r>
              <a:t>&gt; 分组层的核心设计思想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120" y="5308600"/>
            <a:ext cx="11257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将不同 attention 类型的层按「最小公倍数」分组，确保每个 group 有相同数量的层、所有 group 有相同的 page_size。这样上层 BlockPool 可以用统一的 block 大小管理所有 KV cache，避免内存碎片。Mamba 模型通过增大 attention 的 block_size 来对齐两种不同 state_size。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7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58B230"/>
                </a:solidFill>
                <a:latin typeface="Microsoft YaHei"/>
              </a:defRPr>
            </a:pPr>
            <a:r>
              <a:t>社区 KV Cache 管理（二）：空间分配与大小计算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一切从 page_size_bytes 开始——一个 block 占多少字节。不同 Spec 子类独立实现，无 if-else 分支。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5486400" cy="30734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page_size_bytes 计算层级树 (每个子类独立 override)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AttentionSpec.page_size_bytes (顶层包装)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= real_page_size_bytes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+ FP8_PER_TOKEN_HEAD: 2×B×H×sizeof(f32)  ← K/V scale 预留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× page_size_padded 对齐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├── FullAttentionSpec.real_page_size_bytes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     = B × H × (head_size + head_size_v) × dtype_size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     NVFP4: B × H × (head_size//2 + head_size//16)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├── MLAAttentionSpec.real_page_size_bytes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     fp8_ds_mla+V4: storage_B × 584  (448+128+8)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     fp8_ds_mla+V3.2: B × 656       (512+128+16)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     default: storage_B × H × head_size × dtype_size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     storage_B = B // compress_ratio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└── MambaSpec.page_size_bytes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      = sum(prod(shape) × dtype_size for each state)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005840"/>
            <a:ext cx="5669280" cy="15544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1005840"/>
            <a:ext cx="38100" cy="155448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7440" y="1107440"/>
            <a:ext cx="5364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t>从 available_memory 到 num_blocks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7440" y="1386840"/>
            <a:ext cx="5364480" cy="107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情况 A (Uniform): num_blocks = available // page_size_bytes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每层一个 KVCacheTensor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情况 B (DS V4): num_blocks = available // (tuple_bytes × num_tuples)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每个 (tuple_idx, bucket) 一个 KVCacheTensor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情况 C (Hybrid): num_blocks = available // page_size // group_size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多个 group 的对应层 shared_by 合并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最终产物: KVCacheConfig { num_blocks, kv_cache_tensors[], groups[]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Worker 侧: torch.zeros(tensor.size, dtype=int8)  ← 30行, 0分支!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2788920"/>
          <a:ext cx="113385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24574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 (B=16)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Spec 类型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page_size_bytes 公式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实际值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 token bytes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Qwen3 MoE bf16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FullAttention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16×8×(128+128)×2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65,536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256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DS V3.1 MLA bf16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MLAAttention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16×1×576×2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18,432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1,152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DS V3.2 fp8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MLAAttention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16×656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10,496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656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DS V4 fp8 C4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MLAAttention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(16//4)×584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2,336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584/C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Qwen3.5 attn bf16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FullAttention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16×4×(256+256)×2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65,536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4,096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Qwen3.5 mamba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MambaSpec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sum(shapes×dtype)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取决于 state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state_size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NVFP4 GQA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FullAttention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16×8×(64+8)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9,216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72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274320" y="4937760"/>
            <a:ext cx="5486400" cy="118872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4937760"/>
            <a:ext cx="38100" cy="118872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720" y="5039360"/>
            <a:ext cx="518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t>per-request 最大内存: max_memory_usage_bytes()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" y="5318760"/>
            <a:ext cx="5181600" cy="70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FullAttn: cdiv(max_len, B) × page_size_bytes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// (dcp_world × pcp_world)  # 上下文并行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SlidingWindow: min(sw-1+tokens, max_len) token 上限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Mamba: 'all'→cdiv(max_len,B) / 'align'→2B / 'none'→1B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UniformTypeKVCacheSpecs: max(内部各 spec 的计算值)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937760"/>
            <a:ext cx="5669280" cy="118872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4937760"/>
            <a:ext cx="38100" cy="118872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7440" y="5039360"/>
            <a:ext cx="5364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KVCacheTensor.shared_by: 多层共享物理 buffer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440" y="5318760"/>
            <a:ext cx="5364480" cy="70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KVCacheConfig 的 kv_cache_tensors 列表中的每个元素: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size: 总字节数 = page_size_bytes × num_blocks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shared_by: [layer_name, ...] ← 这些层共享此 buffer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例如 Qwen3.5 (4 groups × 8 层/group):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KVCacheTensor #0 shared_by = [layer.3.attn, layer.0.lin,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                             layer.8.lin, layer.16.lin]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← 1 个 attn + 3 个 mamba 层共享同一个 int8 buffer!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8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58B230"/>
                </a:solidFill>
                <a:latin typeface="Microsoft YaHei"/>
              </a:defRPr>
            </a:pPr>
            <a:r>
              <a:t>社区 KV Cache 管理（三）：内部数据组织与总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上游所有模型类型都产生 1 个 tensor/层（或 1 个 buffer + as_strided views）。不同类型数据如何组织，全部由 Backend 内部封装。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" y="960120"/>
          <a:ext cx="118872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377440"/>
                <a:gridCol w="2377440"/>
                <a:gridCol w="2377440"/>
              </a:tblGrid>
              <a:tr h="41655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模型类型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Tensor数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总 Shape (逻辑)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每 Token</a:t>
                      </a:r>
                      <a:br/>
                      <a:r>
                        <a:t>物理字节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内部不同类型数据如何存储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GQA</a:t>
                      </a:r>
                      <a:br/>
                      <a:r>
                        <a:t>(FlashAttn)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(2, N, B, H, D)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H×(D+Dv)</a:t>
                      </a:r>
                      <a:br/>
                      <a:r>
                        <a:t>×dtype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dim=0: [0]=K所有block, [1]=V所有block</a:t>
                      </a:r>
                      <a:br/>
                      <a:r>
                        <a:t>CUDA kernel 通过 base+offset 区分 K/V 区域</a:t>
                      </a:r>
                      <a:br/>
                      <a:r>
                        <a:t>→ host 侧完全不需要知道内部结构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GQA</a:t>
                      </a:r>
                      <a:br/>
                      <a:r>
                        <a:t>(FlashInfer NHD)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 2, B, H, D)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同上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dim=1: K/V 在每个 block 内交织</a:t>
                      </a:r>
                      <a:br/>
                      <a:r>
                        <a:t>stride_order 控制物理排布 (NHD vs HND)</a:t>
                      </a:r>
                      <a:br/>
                      <a:r>
                        <a:t>_reshape_kv_cache() 通过 permute 切换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MLA bf16</a:t>
                      </a:r>
                      <a:br/>
                      <a:r>
                        <a:t>(DS V3.x)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 B, head_size)</a:t>
                      </a:r>
                      <a:br/>
                      <a:r>
                        <a:t>head_size=576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head_size</a:t>
                      </a:r>
                      <a:br/>
                      <a:r>
                        <a:t>×2=1152B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同一行内: kv_lora[:512] + k_rope[512:]</a:t>
                      </a:r>
                      <a:br/>
                      <a:r>
                        <a:t>kernel 通过 offset 在最后维切分</a:t>
                      </a:r>
                      <a:br/>
                      <a:r>
                        <a:t>→ host 侧只看到 flat tensor, 不感知内部拆分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MLA fp8</a:t>
                      </a:r>
                      <a:br/>
                      <a:r>
                        <a:t>(DS V3.2)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 B, 656)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656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字节级自定义布局:</a:t>
                      </a:r>
                      <a:br/>
                      <a:r>
                        <a:t>  kv_lora: 512B fp8 | k_rope: 128B fp8</a:t>
                      </a:r>
                      <a:br/>
                      <a:r>
                        <a:t>  metadata/align: 16B</a:t>
                      </a:r>
                      <a:br/>
                      <a:r>
                        <a:t>kernel 按 struct 解析字节 → host 侧透明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MLA fp8</a:t>
                      </a:r>
                      <a:br/>
                      <a:r>
                        <a:t>(DS V4)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 B/C, 584)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584B</a:t>
                      </a:r>
                      <a:br/>
                      <a:r>
                        <a:t>/C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压缩布局: NoPE 448B + RoPE 128B</a:t>
                      </a:r>
                      <a:br/>
                      <a:r>
                        <a:t>  + fp8 scale 8B = 584B/token</a:t>
                      </a:r>
                      <a:br/>
                      <a:r>
                        <a:t>storage_block_size = B // compress_ratio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Mamba</a:t>
                      </a:r>
                      <a:br/>
                      <a:r>
                        <a:t>(GDN/Jamba)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 buffer</a:t>
                      </a:r>
                      <a:br/>
                      <a:r>
                        <a:t>+N views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N 个 as_strided</a:t>
                      </a:r>
                      <a:br/>
                      <a:r>
                        <a:t>view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sum(shapes</a:t>
                      </a:r>
                      <a:br/>
                      <a:r>
                        <a:t>×dtype)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一个 int8 buffer 包含多个 state tensor</a:t>
                      </a:r>
                      <a:br/>
                      <a:r>
                        <a:t>每个 tensor 通过 as_strided 映射:</a:t>
                      </a:r>
                      <a:br/>
                      <a:r>
                        <a:t>  stride[0] = page_size // dtype_size (跨页)</a:t>
                      </a:r>
                      <a:br/>
                      <a:r>
                        <a:t>  storage_offset = 前序 tensor 的末尾字节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NVFP4</a:t>
                      </a:r>
                      <a:br/>
                      <a:r>
                        <a:t>GQA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 2, B, H, F)</a:t>
                      </a:r>
                      <a:br/>
                      <a:r>
                        <a:t>F=D/2+D/16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H×F</a:t>
                      </a:r>
                      <a:br/>
                      <a:r>
                        <a:t>(F&lt;D)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fp4 数据 + fp8 block scale 交织在 full_dim</a:t>
                      </a:r>
                      <a:br/>
                      <a:r>
                        <a:t>每 16 个 fp4 元素配 1 个 fp8 scale</a:t>
                      </a:r>
                      <a:br/>
                      <a:r>
                        <a:t>→ 存储量减半但精度可接受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16567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FP8 PTH</a:t>
                      </a:r>
                      <a:br/>
                      <a:r>
                        <a:t>(Per-Token-Head)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 buffer</a:t>
                      </a:r>
                      <a:br/>
                      <a:r>
                        <a:t>+2 scale区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(2, N, B, H, D)</a:t>
                      </a:r>
                      <a:br/>
                      <a:r>
                        <a:t>+ 2×(N,B,H)×f32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同GQA</a:t>
                      </a:r>
                      <a:br/>
                      <a:r>
                        <a:t>+scales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K/V 数据区 + 独立 K Scales 区 + V Scales 区</a:t>
                      </a:r>
                      <a:br/>
                      <a:r>
                        <a:t>3 块连续区域在同一 int8 buffer 内</a:t>
                      </a:r>
                      <a:br/>
                      <a:r>
                        <a:t>Scales 字节已在 page_size_bytes 中预留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4892040"/>
            <a:ext cx="3657600" cy="13970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MLA bf16 单 tensor: (N, B, 576)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┌──────────────────────────────┐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│  kv_lora (512) │ k_rope (64)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│  潜在向量       │ 位置编码    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└──────────────────────────────┘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kernel: k_nope=tensor[...,:512]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      k_rope=tensor[...,512:]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→ host 侧 view(bf16).view(N,B,576) = done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892040"/>
            <a:ext cx="3840480" cy="12446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MLA fp8 (DS V3.2): (N, B, 656)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┌────────────────────────────────────┐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│ kv_lora 512B │ k_rope 128B │ align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│   (fp8)      │   (fp8×2)   │  16B 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└────────────────────────────────────┘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kernel: read as uint8 blob → parse struct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→ host 侧 view(uint8).view(N,B,656) = done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892040"/>
            <a:ext cx="3749039" cy="13970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Mamba: 1 buffer → N as_strided views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┌──────────────────────────────────┐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│conv_state(N,3,8192)│ssm(N,32,128,128)│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│     float32         │    float32     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└──────────────────────────────────┘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每个 view: as_strided(raw.view(f32),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size=target, stride=(page_elems, ...),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storage_offset=prev_end)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9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2743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6000B"/>
                </a:solidFill>
                <a:latin typeface="Consolas"/>
              </a:defRPr>
            </a:pPr>
            <a:r>
              <a:t>PART 2 · Spec 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defRPr sz="3200" b="1">
                <a:solidFill>
                  <a:srgbClr val="C6000B"/>
                </a:solidFill>
                <a:latin typeface="Microsoft YaHei"/>
              </a:defRPr>
            </a:pPr>
            <a:r>
              <a:t>Spec 创建机制对比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defRPr sz="1300" b="0">
                <a:solidFill>
                  <a:srgbClr val="595757"/>
                </a:solidFill>
                <a:latin typeface="Microsoft YaHei"/>
              </a:defRPr>
            </a:pPr>
            <a:r>
              <a:t>谁创建 Spec · 语义范围多大 · 以 DS V3.2 为例逐代码对比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10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C6000B"/>
                </a:solidFill>
                <a:latin typeface="Microsoft YaHei"/>
              </a:defRPr>
            </a:pPr>
            <a:r>
              <a:t>Spec 层：上游「类型即语义」vs Ascend「万能类」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777240"/>
            <a:ext cx="5486400" cy="256032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38100" cy="256032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6720" y="878840"/>
            <a:ext cx="518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上游: KVCacheSpec 层次体系 (类型即语义)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720" y="1158240"/>
            <a:ext cx="5181600" cy="207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KVCacheSpec → AttentionSpec → FullAttentionSpec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→ MLAAttentionSpec (cache_dtype_str, compress_ratio)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→ SlidingWindowSpec, ChunkedLocalAttentionSpec...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每种 attention 类型 → 一种 Spec 子类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Frozen dataclass: 不可变，声明式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page_size_bytes: 每个子类独立实现，无分支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merge(): 同类型层共享 block table 的安全校验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777240"/>
            <a:ext cx="5577840" cy="256032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777240"/>
            <a:ext cx="38100" cy="25603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7440" y="878840"/>
            <a:ext cx="52730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Ascend: AscendMLAAttentionSpec「万能类」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7440" y="1158240"/>
            <a:ext cx="5273040" cy="207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所有 MLA 变体挤进同一个 AscendMLAAttentionSpec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新增 6 个 NPU 特有字段: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scale_dim, scale_dtype — DS V4 indexer scale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sparse_head_dim — DS V3.2/GLM5.1 三元素 tuple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cache_sparse_c8 — A3 int8 / A5 fp8 开关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c8_k_cache_dtype, c8_k_scale_cache_dtype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类型擦除: isinstance()无区分力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下游 model_runner 被迫 if-else 恢复类型信息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566160"/>
            <a:ext cx="5486400" cy="1676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上游: DS V3.2 (flash_mla_sparse.py)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class FlashMLASparseBackend: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@staticmethod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def get_kv_cache_spec(...):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return MLAAttentionSpec(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block_size=block_size,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num_kv_heads=1,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head_size=576,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dtype=bf16,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cache_dtype_str='auto',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只有 1 个 Spec 类型, 7 个字段, 无 NPU 概念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566160"/>
            <a:ext cx="5577840" cy="2311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Ascend: DS V3.2 (model_runner_v1.py:4855)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class NPUModelRunner: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def get_kv_cache_spec(self, layer_name):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...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if self.use_sparse: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return AscendMLAAttentionSpec(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block_size=self.block_size,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num_kv_heads=1,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head_size=sum(self.sparse_head_dim),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sparse_head_dim=(512, 64, 128),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dtype=bf16,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cache_dtype_str=...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cache_sparse_c8=is_c8_layer(layer),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c8_k_cache_dtype=int8|float8_e4m3fn,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c8_k_scale_cache_dtype=fp16|fp32,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12+ 字段, cache_sparse_c8 决定后续所有分支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5394960"/>
            <a:ext cx="11338560" cy="609600"/>
          </a:xfrm>
          <a:prstGeom prst="roundRect">
            <a:avLst>
              <a:gd name="adj" fmla="val 4000"/>
            </a:avLst>
          </a:prstGeom>
          <a:solidFill>
            <a:srgbClr val="FDF3EA"/>
          </a:solidFill>
          <a:ln w="12700">
            <a:solidFill>
              <a:srgbClr val="FFA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5394960"/>
            <a:ext cx="50800" cy="60960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120" y="5471160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ED6C00"/>
                </a:solidFill>
                <a:latin typeface="Microsoft YaHei"/>
              </a:defRPr>
            </a:pPr>
            <a:r>
              <a:t>&gt; Spec 层核心差距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20" y="5674360"/>
            <a:ext cx="109829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上游: 类型名编码了所有语义 — MLAAttentionSpec vs SlidingWindowMLASpec 一眼就看出差异。Ascend: 所有 MLA 变体都是 AscendMLAAttentionSpec，只能通过字段值 (cache_sparse_c8? use_compress?) 间接推断行为——Spec 层本身没有解释自己的能力，model_runner 被迫替代 Spec 做解释。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11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2743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6000B"/>
                </a:solidFill>
                <a:latin typeface="Consolas"/>
              </a:defRPr>
            </a:pPr>
            <a:r>
              <a:t>PART 3 · Backend 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defRPr sz="3200" b="1">
                <a:solidFill>
                  <a:srgbClr val="C6000B"/>
                </a:solidFill>
                <a:latin typeface="Microsoft YaHei"/>
              </a:defRPr>
            </a:pPr>
            <a:r>
              <a:t>AttentionBackend 分发与 get_kv_cache_shape() 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defRPr sz="1300" b="0">
                <a:solidFill>
                  <a:srgbClr val="595757"/>
                </a:solidFill>
                <a:latin typeface="Microsoft YaHei"/>
              </a:defRPr>
            </a:pPr>
            <a:r>
              <a:t>4 类 Ascend Backend vs 上游 Backend · 上游返回完整 shape vs Ascend 返回「参考 shape」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12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C6000B"/>
                </a:solidFill>
                <a:latin typeface="Microsoft YaHei"/>
              </a:defRPr>
            </a:pPr>
            <a:r>
              <a:t>Backend 层：get_kv_cache_shape() — 一个返回值的信息量差距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822960"/>
            <a:ext cx="5486400" cy="1803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上游: FlashMLASparseBackend (flashmla_sparse.py)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@staticmethod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def get_kv_cache_shape(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num_blocks, block_size, num_kv_heads,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head_size, cache_dtype_str='auto'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) -&gt; tuple[int, ...]: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if cache_dtype_str == 'fp8_ds_mla':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return (num_blocks, block_size, 656)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else: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return (num_blocks, block_size, head_size)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返回 (N, B, 576) — 完整 shape, ready-to-use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model_runner: tensor.view(bf16).view(N,B,576) = 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822960"/>
            <a:ext cx="5577840" cy="1930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Ascend: AscendSFABackend (sfa_v1.py:120)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@staticmethod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def get_kv_cache_shape(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num_blocks, block_size, num_kv_heads,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head_size, cache_dtype_str=''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) -&gt; tuple[int, ...]: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return (num_blocks, block_size,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num_kv_heads, head_size)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返回 (N, B, 1, 576) — 「参考 shape」!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实际需要 3~4 tensor: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  k_nope(N,B,1,512), k_rope(N,B,1,64),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  dsa_k(N,B,1,128), [dsa_k_scale(N,B,1,1)]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→ 后端只回答了 1/N! 剩下靠在 model_runner 里查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749039"/>
            <a:ext cx="5486400" cy="2468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749039"/>
            <a:ext cx="38100" cy="246888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720" y="3850639"/>
            <a:ext cx="518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上游 Backend: 返回即就绪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720" y="4130039"/>
            <a:ext cx="5181600" cy="198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FlashAttentionBackend → (2, N, B, H, D)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FlashMLABackend → (N, B, 576)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FlashMLASparseBackend → (N, B, 576|656)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Mamba backend → 通过 MambaSpec 的多 shapes/dtypes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一个 shape = 一个 tensor 的全部信息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model_runner: 拿到 shape → view → done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model_runner ~60 行, 0 分支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749039"/>
            <a:ext cx="5577840" cy="2468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3749039"/>
            <a:ext cx="38100" cy="24688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7440" y="3850639"/>
            <a:ext cx="52730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Ascend Backend: 每个都只返回「参考 shape」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7440" y="4130039"/>
            <a:ext cx="5273040" cy="198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AscendAttentionBackend → (2, N, B, H, D) ← 这个还好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AscendMLABackend → (N, B, 1, 576) ← 缺 512+64 拆分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AscendSFABackend → (N, B, 1, 576) ← 缺 3~4 tensor 信息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AscendDSABackend → (N, B, 1, head_size) ← 缺 scale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model_runner 被迫: 查 layer 属性 → 算 split ratio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→ 拆 tensor → 算各自 shape → view → 组装 tuple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model_runner ~600 行, 15+ 分支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13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2743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6000B"/>
                </a:solidFill>
                <a:latin typeface="Consolas"/>
              </a:defRPr>
            </a:pPr>
            <a:r>
              <a:t>PART 4 · Allocate &amp; Reshape 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defRPr sz="3200" b="1">
                <a:solidFill>
                  <a:srgbClr val="C6000B"/>
                </a:solidFill>
                <a:latin typeface="Microsoft YaHei"/>
              </a:defRPr>
            </a:pPr>
            <a:r>
              <a:t>分配与重塑管线：上游 30 行 vs Ascend 185 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defRPr sz="1300" b="0">
                <a:solidFill>
                  <a:srgbClr val="595757"/>
                </a:solidFill>
                <a:latin typeface="Microsoft YaHei"/>
              </a:defRPr>
            </a:pPr>
            <a:r>
              <a:t>DS V3.2 Sparse MLA 完整代码拆解 · DS V4 as_strided overlay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14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ED6C00"/>
                </a:solidFill>
                <a:latin typeface="Microsoft YaHei"/>
              </a:defRPr>
            </a:pPr>
            <a:r>
              <a:t>Allocate 管线：上游 30 行 vs Ascend 185 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822960"/>
            <a:ext cx="5486400" cy="1676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上游 vLLM (attn_utils.py:129-143)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def _allocate_kv_cache(kv_cache_config, device):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kv_cache_raw_tensors = {}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for tensor in kv_cache_config.kv_cache_tensors: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t = torch.zeros(tensor.size,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       dtype=torch.int8,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       device=device)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for layer_name in tensor.shared_by: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kv_cache_raw_tensors[layer_name] = t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return kv_cache_raw_tensors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结束。30 行。0 分支。所有模型通用。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822960"/>
            <a:ext cx="5577840" cy="2438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Ascend (model_runner_v1.py:4055-4236)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def _allocate_kv_cache_tensors(self, ...):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for kv_cache_tensor in kv_cache_config: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if is_hybrid_or_mamba:        # 分支1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...  # 单 tensor, stride 适配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elif use_compress:            # 分支2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...  # DS V4: 单 int8 buffer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else:                         # 分支3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if use_sparse:            # 分支3a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if C8 and is_A5:      # 分支3a-i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    # 3 tensor: ckv+dsa_k+scale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elif C8:             # 分支3a-ii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    # 4 tensor: k+v+dsa_k+scale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else:                # 分支3a-iii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    # 3 tensor: k+v+dsa_k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else:                     # 分支3b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# 2 tensor: k+v (split by ratio)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185 行。决策树深度 3。新增模型: 改 3~5 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749039"/>
            <a:ext cx="11338560" cy="256032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749039"/>
            <a:ext cx="38100" cy="25603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720" y="3850639"/>
            <a:ext cx="1103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Ascend Allocate 决策树：每次新增模型类型都要在此添加分支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720" y="4130039"/>
            <a:ext cx="11033760" cy="207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layer_type?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├─ hybrid/mamba → 单 tensor + stride 适配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├─ compress (DS V4) → 单 int8 buffer (reshape 时 as_strided)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└─ standard attention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   ├─ use_sparse? (DS V3.2 / GLM5.1)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   │    ├─ C8 + A5?  → 3 tensor: ckv(fp8) + dsa_k(fp8) + scale(fp32)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   │    ├─ C8 + A3?  → 4 tensor: k(bf16) + v(bf16) + dsa_k(int8) + scale(fp16)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   │    └─ no C8     → 3 tensor: k(bf16) + v(bf16) + dsa_k(bf16)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   └─ standard / MLA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        ├─ is_mla? → 查 layer 获取 kv_lora_rank + qk_rope_head_dim → 按比例 split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        └─ GQA     → 按 kv_head_dim 比例 split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核心问题: 决策逻辑本应由 Backend/Spec 封装，却散落在 model_runner 的 if-else 中。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15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C8102E"/>
                </a:solidFill>
                <a:latin typeface="Microsoft YaHei"/>
              </a:defRPr>
            </a:pPr>
            <a:r>
              <a:t>实战拆解：DS V3.2 Sparse MLA — 从 Spec 到 Reshape 的完整链路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595757"/>
                </a:solidFill>
                <a:latin typeface="Microsoft YaHei"/>
              </a:defRPr>
            </a:pPr>
            <a:r>
              <a:t>追踪一个模型经过 4 层设计 → 每一步都在丢失信息 → 最终 model_runner 被迫承载全部复杂性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49808"/>
            <a:ext cx="6583680" cy="787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① Spec 层: AscendMLAAttentionSpec (万能类)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sparse_head_dim=(512,64,128)  cache_sparse_c8=True/False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scale_dim / scale_dtype / c8_k_cache_dtype / c8_k_scale_cache_dtype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⚠ 信息丢失: 类型擦除 — isinstance(spec) 不区分 5 种 MLA 变体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5 种模型共用同一个类，下游靠 if cache_sparse_c8 恢复类型信息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50876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C8102E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719072"/>
            <a:ext cx="6583680" cy="787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② Backend 层: AscendSFABackend.get_kv_cache_shape()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return (N, B, 1, 576)  ← 只能返回 1/N 信息: 一个"参考 shape"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实际: k_nope(N,B,1,512) + k_rope(N,B,1,64) + dsa_k(N,B,1,128) + dsa_scale(N,B,1,?)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⚠ 信息丢失: multi-tensor shape — 接口假设"1 attention = 1 tensor"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NPU 上拆成 3~4 tensor 分别存储，但接口只返回其中 1 个的等价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47802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C8102E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688336"/>
            <a:ext cx="6583680" cy="787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③ Allocate 层: model_runner 被迫绕过 Backend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kv_lora_rank = attn_layer.kv_lora_rank         ← 直连 Attention layer 掏参数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qk_rope_head_dim = attn_layer.qk_rope_head_dim  ← Backend 的 shape 不够用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⚠ 信息丢失: 分层抽象 — Backend 形同虚设，model_runner 越过接口直取内部状态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C8+A5 → 3 tensor (ckv+dsa_k+scale) | C8+A3 → 4 tensor | no C8 → 3 tensor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44728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C8102E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657600"/>
            <a:ext cx="6583680" cy="787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④ Reshape 层: _reshape_kv_cache_tensors() — 分支爆炸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A5 C8: k_shape=(N,B,1, kv_lora+rope*2+4*4)  ckv merged, v_cache=None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A3 C8: k_shape=(N,B,1,512) v_shape=(N,B,1,64)  k/v 分离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no C8: k_shape=(N,B,1,512) v_shape=(N,B,1,64)  bf16 全精度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⚠ 信息丢失: 代码可维护性 — C8 × A5/A3 × device 三维分支，~350 行，15+ if-else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749808"/>
            <a:ext cx="4754880" cy="1803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上游 DS V3.2 Sparse: 同一条链路，正确形态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FlashMLASparseBackend.get_kv_cache_spec():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return MLAAttentionSpec(         ← 1 类型 7 字段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block_size=..., num_kv_heads=1,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head_size=576, dtype=bf16,     ← 零 NPU 概念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cache_dtype_str="auto")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FlashMLASparseBackend.get_kv_cache_shape():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return (N, B, 576)               ← 完整 shape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model_runner reshape: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tensor.view(bf16).view(N,B,576)  ← ~30 行，无分支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926080"/>
            <a:ext cx="4754880" cy="17830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2926080"/>
            <a:ext cx="38100" cy="17830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4720" y="3027680"/>
            <a:ext cx="44500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累积后果: model_runner 承载了三层的全部职责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4720" y="3307080"/>
            <a:ext cx="4450080" cy="130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Spec 层的类型区分  →  model_runner 里 if-else 判断 C8/非C8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Layout 层的存储计算 →  model_runner 里 page_size_bytes 三分支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Backend 层的 shape →  model_runner 绕过 Backend 直连 attn_layer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get_kv_cache_spec()        ~200 行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_reshape_kv_cache_tensors() ~350 行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= ~550 行 model_runner 代码, 15+ if-else 分支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846320"/>
            <a:ext cx="4754880" cy="609600"/>
          </a:xfrm>
          <a:prstGeom prst="roundRect">
            <a:avLst>
              <a:gd name="adj" fmla="val 4000"/>
            </a:avLst>
          </a:prstGeom>
          <a:solidFill>
            <a:srgbClr val="FAEBEE"/>
          </a:solidFill>
          <a:ln w="1270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0" y="4846320"/>
            <a:ext cx="50800" cy="609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0120" y="4922520"/>
            <a:ext cx="43992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8102E"/>
                </a:solidFill>
                <a:latin typeface="Microsoft YaHei"/>
              </a:defRPr>
            </a:pPr>
            <a:r>
              <a:t>&gt; 根因链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0120" y="5125720"/>
            <a:ext cx="4399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Spec 万能类 (类型擦除) → Backend 接口不足 (信息量 1/N)</a:t>
            </a:r>
            <a:br/>
            <a:r>
              <a:t>→ Layout 缺失 (存储计算无承载层) → 三者叠加</a:t>
            </a:r>
            <a:br/>
            <a:r>
              <a:t>→ model_runner 作为最终执行者被迫接管所有上游放弃的职责</a:t>
            </a:r>
            <a:br/>
            <a:r>
              <a:t>→ 这不是"方法写太长"的风格问题，是三层设计缺陷的必然结果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709160"/>
            <a:ext cx="2103120" cy="19202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709160"/>
            <a:ext cx="38100" cy="192024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6720" y="4810760"/>
            <a:ext cx="17983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t>bf16 (no C8): 3 tensor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720" y="5090160"/>
            <a:ext cx="1798320" cy="143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k_nope  (N,B,1,512) bf16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rope    (N,B,1,64)  bf16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dsa_k   (N,B,1,128) bf16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──────────────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Per token: 1408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4709160"/>
            <a:ext cx="2103120" cy="19202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0" y="4709160"/>
            <a:ext cx="38100" cy="192024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12720" y="4810760"/>
            <a:ext cx="17983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ED6C00"/>
                </a:solidFill>
                <a:latin typeface="Microsoft YaHei"/>
              </a:defRPr>
            </a:pPr>
            <a:r>
              <a:t>int8 C8 (A3): 4 tensor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2720" y="5090160"/>
            <a:ext cx="1798320" cy="143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k_nope  (N,B,1,512) bf16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rope    (N,B,1,64)  bf16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dsa_k   (N,B,1,128) int8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scale   (N,B,1,1)   fp16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──────────────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Per token: 1282 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4709160"/>
            <a:ext cx="2103120" cy="19202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46320" y="4709160"/>
            <a:ext cx="38100" cy="19202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98720" y="4810760"/>
            <a:ext cx="17983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fp8 C8 (A5): 3 tensor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8720" y="5090160"/>
            <a:ext cx="1798320" cy="143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ckv     (N,B,1,704) fp8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← kv_lora + rope 合并!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dsa_k   (N,B,1,128) fp8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scale   (N,B,1,1)   fp32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──────────────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Per token: 644 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16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ED6C00"/>
                </a:solidFill>
                <a:latin typeface="Microsoft YaHei"/>
              </a:defRPr>
            </a:pPr>
            <a:r>
              <a:t>Reshape 管线：上游 ~30 行 vs Ascend ~350 行 — as_strided 到底在服务什么？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595757"/>
                </a:solidFill>
                <a:latin typeface="Microsoft YaHei"/>
              </a:defRPr>
            </a:pPr>
            <a:r>
              <a:t>同一个工具 (as_strided): 上游服务通用运行时 (page padding) → Ascend 被迫承载模型语义 (compress/overlay/epilog) → 职责错配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49808"/>
            <a:ext cx="6583680" cy="1295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① 上游 Reshape: as_strided 仅服务 page padding (通用需求，与模型无关)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def _reshape_kv_cache(config, raw, backends):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for group in config.kv_cache_groups: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kv_tensor = raw[layer].view(dtype)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if spec.page_size_padded:      ← 唯一分支条件: 运行时 page padding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kv_cache = as_strided(kv_tensor, shape, stride)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else: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kv_cache = kv_tensor.view(shape)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# ~30 行。所有模型类型走同一条路径。as_strided 的 stride 由 config 决定，不是模型。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55448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ED6C00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764792"/>
            <a:ext cx="6583680" cy="1422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② Ascend Reshape: _reshape_kv_cache_tensors() — 每个模型类型一个分支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if use_compress:              # DS V4 Compress MLA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A5: 3 as_strided views (K + scale + K+scale overlay) ← epilog kernel 需要叠加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A3: 2 as_strided views (K + scale)                    ← 不同硬件不同视图数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elif use_sparse:             # DS V3.2 / GLM5.1 Sparse MLA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C8+A5: CKV merged (v_cache=None) | C8+A3: k/v 分离 | no C8: bf16 全精度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elif hybrid:                 # Qwen3.5: attention + mamba 共存，切片适配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elif cache_only: ...         # 纯 cache 场景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else: ...                    # GQA / 标准 MLA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# ~350 行。as_strided 的 stride 由 模型架构(NPU算子需求) 决定，不是通用参数。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0906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ED6C00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300984"/>
            <a:ext cx="6583680" cy="15087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300984"/>
            <a:ext cx="38100" cy="1508760"/>
          </a:xfrm>
          <a:prstGeom prst="rect">
            <a:avLst/>
          </a:prstGeom>
          <a:solidFill>
            <a:srgbClr val="C60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720" y="3402584"/>
            <a:ext cx="62788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54"/>
                </a:solidFill>
                <a:latin typeface="Microsoft YaHei"/>
              </a:defRPr>
            </a:pPr>
            <a:r>
              <a:t>③ 极端案例: DS V4 Compress MLA — 最简单的 Allocate，最复杂的 Reshape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720" y="3681984"/>
            <a:ext cx="6278880" cy="102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Allocate: 1 个 int8 buffer，不拆分 ← 物理上最简单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Reshape: 3 个 as_strided overlay views ← 逻辑上最复杂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View 1: K (独立 tensor)     View 2: scale (独立 tensor)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View 3: K + scale 叠加视图 (offset=0 in raw buffer, 不同 stride)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← epilog kernel 需要同一个 buffer 上的叠加访问，这是 NPU 算子的语义需求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compress_ratio C4/C128 → storage_block_size = block_size // compress_ratio → 时间维度压缩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983480"/>
            <a:ext cx="6583680" cy="609600"/>
          </a:xfrm>
          <a:prstGeom prst="roundRect">
            <a:avLst>
              <a:gd name="adj" fmla="val 4000"/>
            </a:avLst>
          </a:prstGeom>
          <a:solidFill>
            <a:srgbClr val="FAEAF1"/>
          </a:solidFill>
          <a:ln w="12700">
            <a:solidFill>
              <a:srgbClr val="FF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983480"/>
            <a:ext cx="50800" cy="609600"/>
          </a:xfrm>
          <a:prstGeom prst="rect">
            <a:avLst/>
          </a:prstGeom>
          <a:solidFill>
            <a:srgbClr val="C60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120" y="5059680"/>
            <a:ext cx="6228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60054"/>
                </a:solidFill>
                <a:latin typeface="Microsoft YaHei"/>
              </a:defRPr>
            </a:pPr>
            <a:r>
              <a:t>&gt; 复杂度倒挂的根因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20" y="5262880"/>
            <a:ext cx="62280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Allocate 简单 = 模型本身简单 (1 种 tensor，不拆分)</a:t>
            </a:r>
            <a:br/>
            <a:r>
              <a:t>Reshape 复杂 = NPU 算子要求复杂的视图叠加 (epilog kernel 的语义下沉到了 reshape)</a:t>
            </a:r>
            <a:br/>
            <a:r>
              <a:t>→ 上游 Spec/Layout 没有告诉 reshape "这块 buffer 怎么解读"</a:t>
            </a:r>
            <a:br/>
            <a:r>
              <a:t>→ reshape 只能靠自己推导 compress ratio / overlay stride / scale dtype</a:t>
            </a:r>
            <a:br/>
            <a:r>
              <a:t>→ DS V4 不是"特例"，是 reshape 承载模型语义的必然结果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749808"/>
            <a:ext cx="4754880" cy="24231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0" y="749808"/>
            <a:ext cx="38100" cy="242316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4720" y="851408"/>
            <a:ext cx="44500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ED6C00"/>
                </a:solidFill>
                <a:latin typeface="Microsoft YaHei"/>
              </a:defRPr>
            </a:pPr>
            <a:r>
              <a:t>as_strided 用途对比: 同一个工具，截然不同的语义层级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4720" y="1130808"/>
            <a:ext cx="4450080" cy="194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上游 as_strided: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触发条件: spec.page_size_padded (运行时通用参数)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决定者:   KV cache config (page size 配置)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语义层级: 通用运行时 (与模型架构、硬件平台无关)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适用范围: 所有模型类型共用同一逻辑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 as_strided: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触发条件: use_compress / use_sparse / hybrid / ... (模型类型)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决定者:   模型架构 (compress_ratio) + NPU 算子需求 (epilog kernel)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语义层级: 模型 + 硬件 特定 (换一个模型或 NPU 架构就要改)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适用范围: 每个模型类型一个独立分支，无法复用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3364992"/>
            <a:ext cx="4754880" cy="141732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0" y="3364992"/>
            <a:ext cx="38100" cy="14173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4720" y="3466592"/>
            <a:ext cx="44500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Reshape 复杂度从哪里来？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4720" y="3745992"/>
            <a:ext cx="4450080" cy="93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上游 reshape 的 as_strided 条件: 1 个 (page_size_padded)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 reshape 的 as_strided 条件: 5+ (compress/sparse/hybrid/...)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× 每个条件内部还有二次分支: A5/A3, C8/非C8, GQA/MLA hybrid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= 15+ 个独立 reshape 路径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这不是 "代码没写好"。是上游三层 (Spec/Backend/Layout) 没有提供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"这个 buffer 怎么解读" 的信息，reshape 只能自己推导。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4983480"/>
            <a:ext cx="4754880" cy="15087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0" y="4983480"/>
            <a:ext cx="38100" cy="1508760"/>
          </a:xfrm>
          <a:prstGeom prst="rect">
            <a:avLst/>
          </a:prstGeom>
          <a:solidFill>
            <a:srgbClr val="2B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84720" y="5085080"/>
            <a:ext cx="44500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2BB5C5"/>
                </a:solidFill>
                <a:latin typeface="Microsoft YaHei"/>
              </a:defRPr>
            </a:pPr>
            <a:r>
              <a:t>另一个维度: Hybrid (Qwen3.5) — 两种 attention 共存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4720" y="5364480"/>
            <a:ext cx="4450080" cy="102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FullAttention + Mamba 混合 → 单 tensor 分配 → reshape 切片适配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GQA hybrid: padding strip → K region [:attn_page_size] + V region [attn_page_size:]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MLA hybrid: nope_page + rope_page + padding → slice back to views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这不是 reshape 的职责，但上游没有提供 region 映射信息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17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2743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6000B"/>
                </a:solidFill>
                <a:latin typeface="Consolas"/>
              </a:defRPr>
            </a:pPr>
            <a:r>
              <a:t>PART 5 · 模型类型差异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defRPr sz="3200" b="1">
                <a:solidFill>
                  <a:srgbClr val="C6000B"/>
                </a:solidFill>
                <a:latin typeface="Microsoft YaHei"/>
              </a:defRPr>
            </a:pPr>
            <a:r>
              <a:t>五种模型类型的完整链路对比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defRPr sz="1300" b="0">
                <a:solidFill>
                  <a:srgbClr val="595757"/>
                </a:solidFill>
                <a:latin typeface="Microsoft YaHei"/>
              </a:defRPr>
            </a:pPr>
            <a:r>
              <a:t>从 GQA → 标准 MLA → Sparse MLA → Compress MLA → Hybrid 差异递增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18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C6000B"/>
                </a:solidFill>
                <a:latin typeface="Microsoft YaHei"/>
              </a:defRPr>
            </a:pPr>
            <a:r>
              <a:t>五种模型类型：上游 vs Ascend — Spec → Backend → Allocate → Reshape 逐列对比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595757"/>
                </a:solidFill>
                <a:latin typeface="Microsoft YaHei"/>
              </a:defRPr>
            </a:pPr>
            <a:r>
              <a:t>每一列同时展示上游基线 (绿色) 和 Ascend 现状 (橙色) → 差距 (Δ) 随模型复杂度递增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749808"/>
          <a:ext cx="113385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5029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模型类型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Spec</a:t>
                      </a:r>
                      <a:br/>
                      <a:r>
                        <a:t>上游 → Ascend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Backend</a:t>
                      </a:r>
                      <a:br/>
                      <a:r>
                        <a:t>上游 → Ascend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Allocate (tensor数)</a:t>
                      </a:r>
                      <a:br/>
                      <a:r>
                        <a:t>上游 → Ascend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Reshape 方式</a:t>
                      </a:r>
                      <a:br/>
                      <a:r>
                        <a:t>上游 → Ascend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差距 (Δ)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GQA</a:t>
                      </a:r>
                      <a:br/>
                      <a:r>
                        <a:t>(Qwen3 MoE)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FullAttentionSpec</a:t>
                      </a:r>
                      <a:br/>
                      <a:r>
                        <a:t>→ 同上游 ✓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FlashAttention</a:t>
                      </a:r>
                      <a:br/>
                      <a:r>
                        <a:t>→ AscendAttention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 连续 tensor</a:t>
                      </a:r>
                      <a:br/>
                      <a:r>
                        <a:t>→ 2 tensor (K/V物理拆分)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view(N,B,H,D)</a:t>
                      </a:r>
                      <a:br/>
                      <a:r>
                        <a:t>→ .view() 同上游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K/V 物理拆分</a:t>
                      </a:r>
                      <a:br/>
                      <a:r>
                        <a:t>(PD分离需求)</a:t>
                      </a:r>
                      <a:br/>
                      <a:r>
                        <a:t>差异: 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标准 MLA</a:t>
                      </a:r>
                      <a:br/>
                      <a:r>
                        <a:t>(DS V3.1)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MLAAttentionSpec</a:t>
                      </a:r>
                      <a:br/>
                      <a:r>
                        <a:t>→ AscendMLAAttentionSpec</a:t>
                      </a:r>
                      <a:br/>
                      <a:r>
                        <a:t>(+scale_dim/dtype)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FlashMLA</a:t>
                      </a:r>
                      <a:br/>
                      <a:r>
                        <a:t>→ AscendMLA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 连续 tensor</a:t>
                      </a:r>
                      <a:br/>
                      <a:r>
                        <a:t>→ 2 tensor (K/V分离)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view(N,B,576)</a:t>
                      </a:r>
                      <a:br/>
                      <a:r>
                        <a:t>→ view + 查 layer 属性</a:t>
                      </a:r>
                      <a:br/>
                      <a:r>
                        <a:t>(head_size 丢失512+64)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head_size=576</a:t>
                      </a:r>
                      <a:br/>
                      <a:r>
                        <a:t>丢失 512+64 拆分</a:t>
                      </a:r>
                      <a:br/>
                      <a:r>
                        <a:t>差异: ★★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Sparse MLA</a:t>
                      </a:r>
                      <a:br/>
                      <a:r>
                        <a:t>(DS V3.2/GLM5.1)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MLAAttentionSpec</a:t>
                      </a:r>
                      <a:br/>
                      <a:r>
                        <a:t>→ AscendMLAAttentionSpec</a:t>
                      </a:r>
                      <a:br/>
                      <a:r>
                        <a:t>(+sparse_head_dim/C8)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FlashMLASparse</a:t>
                      </a:r>
                      <a:br/>
                      <a:r>
                        <a:t>→ AscendSFA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 连续 tensor</a:t>
                      </a:r>
                      <a:br/>
                      <a:r>
                        <a:t>→ 3~4 tensor (C8/A5分支)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view(N,B,576)</a:t>
                      </a:r>
                      <a:br/>
                      <a:r>
                        <a:t>→ unpack + view</a:t>
                      </a:r>
                      <a:br/>
                      <a:r>
                        <a:t>+ C8×A5/A3 多分支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indexer + C8 量化</a:t>
                      </a:r>
                      <a:br/>
                      <a:r>
                        <a:t>A5/A3 硬件分支</a:t>
                      </a:r>
                      <a:br/>
                      <a:r>
                        <a:t>差异: ★★★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Compress MLA</a:t>
                      </a:r>
                      <a:br/>
                      <a:r>
                        <a:t>(DS V4)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MLAAttentionSpec</a:t>
                      </a:r>
                      <a:br/>
                      <a:r>
                        <a:t>→ AscendMLAAttentionSpec</a:t>
                      </a:r>
                      <a:br/>
                      <a:r>
                        <a:t>(+compress_ratio/scale)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FlashMLASparse</a:t>
                      </a:r>
                      <a:br/>
                      <a:r>
                        <a:t>→ AscendDSA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 fp8 tensor</a:t>
                      </a:r>
                      <a:br/>
                      <a:r>
                        <a:t>→ 1 int8 tensor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view(N,B,656)</a:t>
                      </a:r>
                      <a:br/>
                      <a:r>
                        <a:t>→ as_strided overlay</a:t>
                      </a:r>
                      <a:br/>
                      <a:r>
                        <a:t>(3 views, epilog kernel)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时间压缩 + fp8</a:t>
                      </a:r>
                      <a:br/>
                      <a:r>
                        <a:t>as_strided 承载模型语义</a:t>
                      </a:r>
                      <a:br/>
                      <a:r>
                        <a:t>差异: ★★★★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Hybrid</a:t>
                      </a:r>
                      <a:br/>
                      <a:r>
                        <a:t>(Qwen3.5)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FullAttn + MambaSpec</a:t>
                      </a:r>
                      <a:br/>
                      <a:r>
                        <a:t>→ 3种 spec 共存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FlashAttn + GDN</a:t>
                      </a:r>
                      <a:br/>
                      <a:r>
                        <a:t>→ 混合 Backend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8 shared tensors</a:t>
                      </a:r>
                      <a:br/>
                      <a:r>
                        <a:t>→ 1 shared tensor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view + as_strided</a:t>
                      </a:r>
                      <a:br/>
                      <a:r>
                        <a:t>→ slice + strip + padding</a:t>
                      </a:r>
                      <a:br/>
                      <a:r>
                        <a:t>(region 映射手动推导)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attn + mamba 共存</a:t>
                      </a:r>
                      <a:br/>
                      <a:r>
                        <a:t>layout 互斥, 手动切片</a:t>
                      </a:r>
                      <a:br/>
                      <a:r>
                        <a:t>差异: ★★★★★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3977639"/>
            <a:ext cx="5669280" cy="1325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977639"/>
            <a:ext cx="38100" cy="132588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720" y="4079239"/>
            <a:ext cx="5364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上游基线: 5 种模型走同一条简洁路径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720" y="4358639"/>
            <a:ext cx="5364480" cy="84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Spec:   每种模型 1 个专用 Spec 子类, isinstance() 编码全部语义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Backend: 1 个静态方法, get_kv_cache_shape() 返回完整可用 shape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Allocate: 连续单 tensor 分配, 无拆分逻辑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Reshape: view(N,B,H) 一行完成, as_strided 仅用于 page padding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整个 pipeline ~100 行, model_runner 不感知模型差异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77639"/>
            <a:ext cx="5669280" cy="1325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3977639"/>
            <a:ext cx="38100" cy="13258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320" y="4079239"/>
            <a:ext cx="5364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Ascend 现状: 每种模型一个独立分支, 复杂度递增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320" y="4358639"/>
            <a:ext cx="5364480" cy="84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Spec:   5 种变体共用万能类, isinstance() 无区分力 → if-else 恢复类型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Backend: get_kv_cache_shape() 返回 1/N 信息 → model_runner 绕过接口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Allocate: 2~4 tensor, C8×A5/A3×device 三维分支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Reshape: unpack / as_strided overlay / slice+strip 每个模型独立逻辑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model_runner ~600 行, 15+ if-else, 每加一种模型改一次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5468112"/>
            <a:ext cx="11338560" cy="609600"/>
          </a:xfrm>
          <a:prstGeom prst="roundRect">
            <a:avLst>
              <a:gd name="adj" fmla="val 4000"/>
            </a:avLst>
          </a:prstGeom>
          <a:solidFill>
            <a:srgbClr val="FAEBEE"/>
          </a:solidFill>
          <a:ln w="1270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5468112"/>
            <a:ext cx="50800" cy="609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120" y="5544312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8102E"/>
                </a:solidFill>
                <a:latin typeface="Microsoft YaHei"/>
              </a:defRPr>
            </a:pPr>
            <a:r>
              <a:t>&gt; 关键洞察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20" y="5747512"/>
            <a:ext cx="109829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GQA (差异 ★) → 标准 MLA (★★) → Sparse MLA (★★★) → Compress MLA (★★★★) → Hybrid (★★★★★)</a:t>
            </a:r>
            <a:br/>
            <a:r>
              <a:t>差距不是线性叠加——每增加一个模型特性 (sparse/C8/compress/hybrid)，Ascend pipeline 就多一层 if-else</a:t>
            </a:r>
            <a:br/>
            <a:r>
              <a:t>上游通过 Spec 子类 + Layout 多态吸收模型差异；Ascend 把这部分职责全部下沉到了 model_runner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19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2743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6000B"/>
                </a:solidFill>
                <a:latin typeface="Consolas"/>
              </a:defRPr>
            </a:pPr>
            <a:r>
              <a:t>PART 5.5 · Qwen3.5 Hybrid 精选案例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defRPr sz="3200" b="1">
                <a:solidFill>
                  <a:srgbClr val="C6000B"/>
                </a:solidFill>
                <a:latin typeface="Microsoft YaHei"/>
              </a:defRPr>
            </a:pPr>
            <a:r>
              <a:t>以 Qwen3.5 为例：从 Spec 到 Reshape 的完整链路拆解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defRPr sz="1300" b="0">
                <a:solidFill>
                  <a:srgbClr val="595757"/>
                </a:solidFill>
                <a:latin typeface="Microsoft YaHei"/>
              </a:defRPr>
            </a:pPr>
            <a:r>
              <a:t>32 层 (8 full_attn + 24 linear_attn) · 上游 vs Ascend 代码级逐行对比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20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58B230"/>
                </a:solidFill>
                <a:latin typeface="Microsoft YaHei"/>
              </a:defRPr>
            </a:pPr>
            <a:r>
              <a:t>Qwen3.5 Hybrid — 上游如何用类型系统处理混合架构 (FullAttention + Mamba)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595757"/>
                </a:solidFill>
                <a:latin typeface="Microsoft YaHei"/>
              </a:defRPr>
            </a:pPr>
            <a:r>
              <a:t>核心原则: model_runner 从不检查 layer_type — Spec 子类 + Backend 多态吸收所有模型差异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49808"/>
            <a:ext cx="3657600" cy="19659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38100" cy="196596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720" y="851408"/>
            <a:ext cx="335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t>Qwen3.5 架构: 两种 attention 共存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" y="1130808"/>
            <a:ext cx="3352800" cy="148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32 层 (dense): 每第 4 层 full_attention (8层)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其余 24 层 linear_attention (GatedDeltaNet)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full_attn: num_kv_heads=4, head_dim=256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linear_attn: num_k_heads=16, num_v_heads=32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conv_state=(3,8192), ssm_state=(32,128,128)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mamba_cache_mode 强制 'align' (与 attn block 对齐)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FullAttention + Mamba 没有公共基类!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749808"/>
            <a:ext cx="3749039" cy="1676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上游 Spec: 2 种原生类型，各司其职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full_attn → FullAttentionSpec(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block_size=16, num_kv_heads=4,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head_size=256, dtype=bf16)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→ FlashAttentionBackend    ← GQA 路径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linear_attn → MambaSpec(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shapes=((3,8192),(32,128,128)),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dtypes=(f32,f32),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mamba_type='GDN_ATTN')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→ GDNAttentionBackend       ← Mamba 路径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749808"/>
            <a:ext cx="3749039" cy="19659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749808"/>
            <a:ext cx="38100" cy="1965960"/>
          </a:xfrm>
          <a:prstGeom prst="rect">
            <a:avLst/>
          </a:prstGeom>
          <a:solidFill>
            <a:srgbClr val="2B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0560" y="851408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2BB5C5"/>
                </a:solidFill>
                <a:latin typeface="Microsoft YaHei"/>
              </a:defRPr>
            </a:pPr>
            <a:r>
              <a:t>上游 分组 + 共享: 8 tensor 服务 32 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1130808"/>
            <a:ext cx="3444239" cy="148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分组: 4 groups = 1 full_attn ×8 + 3 linear_attn ×8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min_num_layers=8 → group_size=8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每个 KVCacheTensor 被 4 层共享: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1 attn + 3 linear → 共享同一块物理 buffer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attn 使用 buffer 的 K/V 区域 (2,N,B,H,D)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mamba 使用 buffer 的 conv+ssm 区域 (flatten)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上游不管"内部怎么切"— 各 Backend 自行解读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880360"/>
            <a:ext cx="5852160" cy="1930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上游 Allocate: 30 行, 0 分支 — 不区分 attn/mamba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def _allocate_kv_cache(config, device):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raw_tensors = {}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for t in config.kv_cache_tensors:     ← 统一循环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tensor = torch.zeros(t.size,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           dtype=int8,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           device=device)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for name in t.shared_by:           ← 4层共享1 buffer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raw_tensors[name] = tensor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return raw_tensors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没有 if layer.is_attn / elif layer.is_mamba!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Spec + Backend 已经告诉了 config 该怎么分配。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880360"/>
            <a:ext cx="5486400" cy="2057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上游 Reshape: view + as_strided_ — 零拷贝重排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def _reshape_kv_cache(...):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# attn: 自然交织 K/V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shape = backend.get_shape(N,B,4,256)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# → (2, N, B, 4, 256)   ← K=idx0, V=idx1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kv_cache = raw.view(bf16).view(shape)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# hybrid layout adjust: (2,N,...) → (N,2,...)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hidden_size = kv_cache.shape[2:].numel()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kv_cache.as_strided_(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size=(N,2,B,H,D),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stride=(2*hidden_size, hidden_size, ...))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# block[i] 内: K@offset0, V@offset hidden_size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# → 与 mamba block-dim=0 对齐!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5257800"/>
            <a:ext cx="11338560" cy="609600"/>
          </a:xfrm>
          <a:prstGeom prst="roundRect">
            <a:avLst>
              <a:gd name="adj" fmla="val 4000"/>
            </a:avLst>
          </a:prstGeom>
          <a:solidFill>
            <a:srgbClr val="F1F8EE"/>
          </a:solidFill>
          <a:ln w="12700">
            <a:solidFill>
              <a:srgbClr val="94E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5257800"/>
            <a:ext cx="50800" cy="60960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120" y="5334000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58B230"/>
                </a:solidFill>
                <a:latin typeface="Microsoft YaHei"/>
              </a:defRPr>
            </a:pPr>
            <a:r>
              <a:t>&gt; 上游的核心优势: 类型系统吸收差异, model_runner 零感知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20" y="5537200"/>
            <a:ext cx="109829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Spec: 两种原生类型 (FullAttentionSpec + MambaSpec) → isinstance() 区分 attn vs mamba</a:t>
            </a:r>
            <a:br/>
            <a:r>
              <a:t>Backend: FlashAttentionBackend + GDNAttentionBackend → 各自的 get_kv_cache_shape() 返回正确 shape</a:t>
            </a:r>
            <a:br/>
            <a:r>
              <a:t>Allocate: 统一循环, 30 行, 无 layer_type 判断 → config 已编码所有信息</a:t>
            </a:r>
            <a:br/>
            <a:r>
              <a:t>Reshape: view() + as_strided_() 零拷贝重排 → (2,N,...) → (N,2,...) 纯 stride 调整</a:t>
            </a:r>
            <a:br/>
            <a:r>
              <a:t>→ model_runner 从!不!检!查! layer_type — 所有模型特有逻辑封装在 Spec + Backend 内部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21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C8102E"/>
                </a:solidFill>
                <a:latin typeface="Microsoft YaHei"/>
              </a:defRPr>
            </a:pPr>
            <a:r>
              <a:t>Qwen3.5 Hybrid — Ascend 管线 + 上游 vs Ascend 逐阶段对比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595757"/>
                </a:solidFill>
                <a:latin typeface="Microsoft YaHei"/>
              </a:defRPr>
            </a:pPr>
            <a:r>
              <a:t>Spec 复用上游 ✓ 但 Allocate/Reshape 被迫引入 hybrid 专用路径 → 差异集中在管线后半段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49808"/>
            <a:ext cx="5852160" cy="141732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38100" cy="141732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720" y="851408"/>
            <a:ext cx="55473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Ascend Spec + Backend: 最好的部分 (几乎无差异)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" y="1130808"/>
            <a:ext cx="5547360" cy="93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Spec: 直接复用上游 FullAttentionSpec + MambaSpec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← Qwen3.5 不用 MLA → 唯一不需要 AscendMLAAttentionSpec 的模型!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唯一修改: object.__setattr__(attn_spec, 'page_size_padded', mamba_size)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→ 强制对齐到 mamba，触发 hybrid 单 tensor 路径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Backend: AscendAttentionBackend (GQA) + GDNAttentionBackend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get_kv_cache_shape() → (2,N,B,4,256) — 与上游完全相同!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← 唯一不需要「二次解读」shape 的 Ascend 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749808"/>
            <a:ext cx="5486400" cy="141732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38100" cy="14173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200" y="851408"/>
            <a:ext cx="518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Ascend Allocate + Reshape: 差异集中爆发 (hybrid 专用路径)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1130808"/>
            <a:ext cx="5181600" cy="93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Allocate: hybrid_with_attn_and_mamba = True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→ 单 int8 tensor 分配 (表面与上游相同)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但内部 layout 完全不同 — 为后续 strip/split 预留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Reshape (model_runner_v1:4370-4615, ~100 行 hybrid 专用):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Step 1: attn_page_size = prod(shape[1:]) * dtype.itemsize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Step 2: conv_padding = raw.numel() - attn_page_size * 2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Step 3: raw = raw[conv_padding:]    # strip mamba conv 前缀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Step 4: k = raw[:attn_page_size]    # K 区域 (手动计算 offset)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       v = raw[attn_page_size:]   # V 区域 (手动计算 offset)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331720"/>
          <a:ext cx="113385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3733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上游 vLLM (基线)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vLLM-Ascend (现状)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差距 (Δ) 及原因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Spec</a:t>
                      </a:r>
                      <a:br/>
                      <a:r>
                        <a:t>类型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FullAttentionSpec + MambaSpec</a:t>
                      </a:r>
                      <a:br/>
                      <a:r>
                        <a:t>2 种原生类型，各司其职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完全复用上游 ✓</a:t>
                      </a:r>
                      <a:br/>
                      <a:r>
                        <a:t>+ page_size_padded 强制对齐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几乎无差异</a:t>
                      </a:r>
                      <a:br/>
                      <a:r>
                        <a:t>(Qwen3.5 不用 MLA)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Backend</a:t>
                      </a:r>
                      <a:br/>
                      <a:r>
                        <a:t>shape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(2,N,B,4,256)</a:t>
                      </a:r>
                      <a:br/>
                      <a:r>
                        <a:t>K/V 交织在同一 tensor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(2,N,B,4,256)</a:t>
                      </a:r>
                      <a:br/>
                      <a:r>
                        <a:t>与上游完全相同!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无差异</a:t>
                      </a:r>
                      <a:br/>
                      <a:r>
                        <a:t>(shape 语义足够)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Allocate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单 int8 tensor 统一循环</a:t>
                      </a:r>
                      <a:br/>
                      <a:r>
                        <a:t>30 行, 0 分支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单 int8 tensor (hybrid 路径)</a:t>
                      </a:r>
                      <a:br/>
                      <a:r>
                        <a:t>内部 layout 为 strip 预留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分配相同, 语义不同</a:t>
                      </a:r>
                      <a:br/>
                      <a:r>
                        <a:t>(上游不管内部布局)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Reshape</a:t>
                      </a:r>
                      <a:br/>
                      <a:r>
                        <a:t>(核心差距)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view(bf16).view(2,N,B,H,D)</a:t>
                      </a:r>
                      <a:br/>
                      <a:r>
                        <a:t>→ as_strided_ 调 stride</a:t>
                      </a:r>
                      <a:br/>
                      <a:r>
                        <a:t>零拷贝, ~5 行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strip conv_pad → 手动算 K 区 offset</a:t>
                      </a:r>
                      <a:br/>
                      <a:r>
                        <a:t>→ 手动算 V 区 offset → split</a:t>
                      </a:r>
                      <a:br/>
                      <a:r>
                        <a:t>~100 行 hybrid 专用代码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上游 as_strided_ 解决的事</a:t>
                      </a:r>
                      <a:br/>
                      <a:r>
                        <a:t>Ascend 需 strip+split</a:t>
                      </a:r>
                      <a:br/>
                      <a:r>
                        <a:t>(NPU 不支持 stride view)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最终</a:t>
                      </a:r>
                      <a:br/>
                      <a:r>
                        <a:t>结果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attn: (N,2,B,H,D) 单 tensor</a:t>
                      </a:r>
                      <a:br/>
                      <a:r>
                        <a:t>mamba: list[tensor]</a:t>
                      </a:r>
                      <a:br/>
                      <a:r>
                        <a:t>同一 buffer 两种视图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attn: (k_tensor, v_tensor) tuple</a:t>
                      </a:r>
                      <a:br/>
                      <a:r>
                        <a:t>mamba: list[tensor]</a:t>
                      </a:r>
                      <a:br/>
                      <a:r>
                        <a:t>K/V 必须物理独立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K/V 必须独立 tensor</a:t>
                      </a:r>
                      <a:br/>
                      <a:r>
                        <a:t>→ 传给 NPU 算子的要求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274320" y="4709160"/>
            <a:ext cx="5852160" cy="12446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上 游 Buffer: 单 tensor, K/V 自然交织, as_strided_ 零拷贝重排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┌───────────────────────┬───────────────────────┐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  K block0..N (连续)    │  V block0..N (连续)   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└───────────────────────┴───────────────────────┘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view(bf16).view(2,N,B,H,D)  →  as_strided_  →  (N,2,B,H,D)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K/V 仍在同一 tensor 内, stride 改变逻辑视图, 不物理拷贝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709160"/>
            <a:ext cx="5486400" cy="13970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Ascend Buffer: 物理分四区域, strip + 手动 split → K/V tuple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┌──────────┬────────────┬────────────┬──────────┐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│conv_state│ K blocks   │ V blocks   │ssm_state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│(mamba)   │ (attn)     │ (attn)     │(mamba)  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└──────────┴────────────┴────────────┴──────────┘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 ↑ strip    ↑ raw[p:][:K]  ↑ raw[p:][K:]  ↑ sliced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 conv_pad   手动计算 offset  手动计算 offset  [start:end]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22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2743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6000B"/>
                </a:solidFill>
                <a:latin typeface="Consolas"/>
              </a:defRPr>
            </a:pPr>
            <a:r>
              <a:t>PART 6 · 精度维度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defRPr sz="3200" b="1">
                <a:solidFill>
                  <a:srgbClr val="C6000B"/>
                </a:solidFill>
                <a:latin typeface="Microsoft YaHei"/>
              </a:defRPr>
            </a:pPr>
            <a:r>
              <a:t>bf16 vs fp8：与模型、硬件正交的第三维度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defRPr sz="1300" b="0">
                <a:solidFill>
                  <a:srgbClr val="595757"/>
                </a:solidFill>
                <a:latin typeface="Microsoft YaHei"/>
              </a:defRPr>
            </a:pPr>
            <a:r>
              <a:t>同一模型 DS V3.2 在 bf16 / int8 C8 / fp8 C8 三种精度下的完整链路对比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23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C6000B"/>
                </a:solidFill>
                <a:latin typeface="Microsoft YaHei"/>
              </a:defRPr>
            </a:pPr>
            <a:r>
              <a:t>精度维度：与模型类型、硬件设备正交的第三维度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595757"/>
                </a:solidFill>
                <a:latin typeface="Microsoft YaHei"/>
              </a:defRPr>
            </a:pPr>
            <a:r>
              <a:t>精度不是模型的子属性，不是硬件的子属性——它是独立的第三维：同一模型 × 同一设备 × 不同精度 = 完全不同的 KV Cache 行为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49808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38100" cy="141732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720" y="851408"/>
            <a:ext cx="335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t>维度 1: 模型类型 (5 种)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" y="1130808"/>
            <a:ext cx="3352800" cy="93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GQA → 标准 MLA → Sparse MLA → Compress MLA → Hybrid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决定: tensor 数量, split 策略, 是否 CKV 合并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上游已通过 Spec 子类吸收此维度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749808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749808"/>
            <a:ext cx="38100" cy="141732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8640" y="851408"/>
            <a:ext cx="335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ED6C00"/>
                </a:solidFill>
                <a:latin typeface="Microsoft YaHei"/>
              </a:defRPr>
            </a:pPr>
            <a:r>
              <a:t>维度 2: 精度 (3 种)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8640" y="1130808"/>
            <a:ext cx="3352800" cy="93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bf16 (非 C8) → int8 C8 (A3) → fp8 C8 (A5)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决定: 每个 tensor 的 dtype, scale 有无, page 字节数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此维度完全独立 — 同一模型可走三种精度路径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749808"/>
            <a:ext cx="3749039" cy="141732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749808"/>
            <a:ext cx="38100" cy="14173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851408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维度 3: 硬件设备 (A3 vs A5)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0" y="1130808"/>
            <a:ext cx="3444239" cy="93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A3: int8 C8, K/V 分离, 4 tensor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A5: fp8 C8, CKV 合并 (v_cache=None), 3 tensor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决定: CKV merged shape 公式, as_strided overlay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3317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1E1E1E"/>
                </a:solidFill>
                <a:latin typeface="Microsoft YaHei"/>
              </a:defRPr>
            </a:pPr>
            <a:r>
              <a:t>DS V3.2 Sparse MLA — 唯一覆盖全部三种精度的模型：精度切换如何影响 pipeline 的每一层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2633472"/>
          <a:ext cx="11338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3657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pipeline 阶段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bf16 (非 C8)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int8 C8 (A3)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fp8 C8 (A5)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精度切换的影响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Spec:</a:t>
                      </a:r>
                      <a:br/>
                      <a:r>
                        <a:t>cache_sparse_c8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一个 bool 翻转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Spec:</a:t>
                      </a:r>
                      <a:br/>
                      <a:r>
                        <a:t>k_cache_dtype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bf16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float8_e4m3fn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dtype 改变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page_size_bytes</a:t>
                      </a:r>
                      <a:br/>
                      <a:r>
                        <a:t>(每 token)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1408 B</a:t>
                      </a:r>
                      <a:br/>
                      <a:r>
                        <a:t>(512+64+128)×2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1282 B</a:t>
                      </a:r>
                      <a:br/>
                      <a:r>
                        <a:t>512×2+64×2+128+2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644 B</a:t>
                      </a:r>
                      <a:br/>
                      <a:r>
                        <a:t>512+128+4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字节数 ≠ 简单线性!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Allocate</a:t>
                      </a:r>
                      <a:br/>
                      <a:r>
                        <a:t>tensor 数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3 tensor</a:t>
                      </a:r>
                      <a:br/>
                      <a:r>
                        <a:t>k+v+dsa_k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4 tensor</a:t>
                      </a:r>
                      <a:br/>
                      <a:r>
                        <a:t>k+v+dsa_k+scale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3 tensor</a:t>
                      </a:r>
                      <a:br/>
                      <a:r>
                        <a:t>ckv+dsa_k+scale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3→4→3 非单调!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Reshape</a:t>
                      </a:r>
                      <a:br/>
                      <a:r>
                        <a:t>v_cache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(N,B,1,64)</a:t>
                      </a:r>
                      <a:br/>
                      <a:r>
                        <a:t>独立 V tensor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(N,B,1,64)</a:t>
                      </a:r>
                      <a:br/>
                      <a:r>
                        <a:t>独立 V tensor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None</a:t>
                      </a:r>
                      <a:br/>
                      <a:r>
                        <a:t>合并入 CKV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V 消失了!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Reshape</a:t>
                      </a:r>
                      <a:br/>
                      <a:r>
                        <a:t>k_shape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(N,B,1,512)</a:t>
                      </a:r>
                      <a:br/>
                      <a:r>
                        <a:t>独立的 K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(N,B,1,512)</a:t>
                      </a:r>
                      <a:br/>
                      <a:r>
                        <a:t>独立的 K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(N,B,1,704)</a:t>
                      </a:r>
                      <a:br/>
                      <a:r>
                        <a:t>CKV=K+V+pad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 的 shape 变了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274320" y="5349240"/>
            <a:ext cx="11338560" cy="609600"/>
          </a:xfrm>
          <a:prstGeom prst="roundRect">
            <a:avLst>
              <a:gd name="adj" fmla="val 4000"/>
            </a:avLst>
          </a:prstGeom>
          <a:solidFill>
            <a:srgbClr val="FDF3EA"/>
          </a:solidFill>
          <a:ln w="12700">
            <a:solidFill>
              <a:srgbClr val="FFA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5349240"/>
            <a:ext cx="50800" cy="60960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120" y="5425440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ED6C00"/>
                </a:solidFill>
                <a:latin typeface="Microsoft YaHei"/>
              </a:defRPr>
            </a:pPr>
            <a:r>
              <a:t>&gt; 精度的正交性意味着什么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20" y="5628640"/>
            <a:ext cx="109829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上游: Backend.get_kv_cache_shape() 内部消化精度差异 → model_runner 只看到 shape 最后一维变了 (576→656), 其余完全透明</a:t>
            </a:r>
            <a:br/>
            <a:r>
              <a:t>Ascend: 精度切换需要同时修改 5 个位置 (page_size_bytes / sparse_kv_cache_ratio / Allocate 分支 / Reshape 公式 / CKV shape)</a:t>
            </a:r>
            <a:br/>
            <a:r>
              <a:t>→ 精度不应该是 model_runner 的职责。理想方案: SparseMLALayout(precision='fp8_c8', device='A5') 在构造时消化全部精度差异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24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C6000B"/>
                </a:solidFill>
                <a:latin typeface="Microsoft YaHei"/>
              </a:defRPr>
            </a:pPr>
            <a:r>
              <a:t>精度处理：上游一个字段 vs Ascend 五个位置 — 差距为什么这么大？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595757"/>
                </a:solidFill>
                <a:latin typeface="Microsoft YaHei"/>
              </a:defRPr>
            </a:pPr>
            <a:r>
              <a:t>根因: GPU kernel 可以内部解析打包 buffer (blob) → NPU kernel 需要 host 侧预先拆分 → 精度差异被迫泄漏到 model_runner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49808"/>
            <a:ext cx="5852160" cy="1549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上游: 精度切换 — 只改 Backend 内部的 shape 最后一维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def get_kv_cache_shape(..., cache_dtype_str='auto'):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if cache_dtype_str == 'fp8_ds_mla':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return (N, B, 656)    ← fp8 字节布局 (含 scale)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else: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return (N, B, 576)    ← bf16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model_runner 看到的: shape 从 (N,B,576) 变成 (N,B,656)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其余一切不变 — tensor 数量不变, dtype 不变, 分支不变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→ cache_dtype_str 1 个字段封装全部精度差异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749808"/>
            <a:ext cx="5486400" cy="1422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Ascend: 精度切换 — 需要同步修改 5 个不同位置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① page_size_bytes:      if C8: A5公式? A3公式? else: bf16公式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② sparse_kv_cache_ratio: A5返回3-tuple, A3返回4-tuple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③ Allocate 分支:         if C8+A5:3t elif C8:4t else:3t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④ Reshape k_shape:       A5 CKV=(N,B,1,704), A3 k=(N,B,1,512)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⑤ Reshape v_shape:       A5 v=None(CKV合并), A3 v=(N,B,1,64)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这 5 处分散在 model_runner 不同函数里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每加一种精度 → 需要找到所有分支点 → 手动保持一致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697480"/>
            <a:ext cx="5852160" cy="1874519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697480"/>
            <a:ext cx="38100" cy="1874519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720" y="2799080"/>
            <a:ext cx="55473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上游为什么能做到 1 个字段搞定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720" y="3078480"/>
            <a:ext cx="5547360" cy="139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GPU CUDA kernel 的设计模式: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接受单 uint8/int8 buffer (blob)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kernel 内部按 struct 字节布局解析各字段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→ 传一个 blob 就能跑, host 侧只管总大小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精度切换的影响范围: 仅 Backend.get_kv_cache_shape()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bf16 → shape 最后一维 = 576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fp8  → shape 最后一维 = 656 (含 scale 和 padding)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→ model_runner 完全不感知精度变化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697480"/>
            <a:ext cx="5486400" cy="1874519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697480"/>
            <a:ext cx="38100" cy="1874519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200" y="2799080"/>
            <a:ext cx="518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Ascend 为什么做不到 — NPU 算子接口的根本约束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3078480"/>
            <a:ext cx="5181600" cy="139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NPU kernel 的设计模式: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不接受打包 blob, 每个子 component 必须是独立 tensor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且 dtype 必须正确 (bf16/int8/fp8/fp32 各不同)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→ host 侧必须预先拆分并标注每个 tensor 的 dtype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精度切换的影响范围: 遍及整个 pipeline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tensor 数量 (3→4→3), 每个 tensor 的 dtype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scale tensor 有无, CKV merge shape 公式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page_size_bytes 计算公式, sparse_kv_cache_ratio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754880"/>
            <a:ext cx="11338560" cy="609600"/>
          </a:xfrm>
          <a:prstGeom prst="roundRect">
            <a:avLst>
              <a:gd name="adj" fmla="val 4000"/>
            </a:avLst>
          </a:prstGeom>
          <a:solidFill>
            <a:srgbClr val="FAEBEE"/>
          </a:solidFill>
          <a:ln w="1270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754880"/>
            <a:ext cx="50800" cy="609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120" y="4831080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8102E"/>
                </a:solidFill>
                <a:latin typeface="Microsoft YaHei"/>
              </a:defRPr>
            </a:pPr>
            <a:r>
              <a:t>&gt; 精度正交性的正确承载方式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20" y="5034280"/>
            <a:ext cx="109829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上游: 精度差异被 Backend 内部消化 → model_runner 只看到 shape 变化 → 1 个字段 (cache_dtype_str) 编码全部精度信息</a:t>
            </a:r>
            <a:br/>
            <a:r>
              <a:t>Ascend 当前: 精度差异散落在 5 个位置 → 每次精度切换需要手动同步 → 容易出错, 不可测试</a:t>
            </a:r>
            <a:br/>
            <a:r>
              <a:t>目标: Layout(precision, device) 构造参数接受精度+设备 → Layout 内部消化全部差异 → model_runner 回归"不感知精度"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25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2743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6000B"/>
                </a:solidFill>
                <a:latin typeface="Consolas"/>
              </a:defRPr>
            </a:pPr>
            <a:r>
              <a:t>PART 7 · 根因 + 对齐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defRPr sz="3200" b="1">
                <a:solidFill>
                  <a:srgbClr val="C6000B"/>
                </a:solidFill>
                <a:latin typeface="Microsoft YaHei"/>
              </a:defRPr>
            </a:pPr>
            <a:r>
              <a:t>差异根因分析与社区对齐路线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defRPr sz="1300" b="0">
                <a:solidFill>
                  <a:srgbClr val="595757"/>
                </a:solidFill>
                <a:latin typeface="Microsoft YaHei"/>
              </a:defRPr>
            </a:pPr>
            <a:r>
              <a:t>六大根因 → Layout 重构 → 三步对齐计划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26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六大根因，归结为三个源头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822960"/>
            <a:ext cx="3749039" cy="1325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38100" cy="13258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6720" y="92456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1. K/V 物理分离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720" y="1203960"/>
            <a:ext cx="3444239" cy="84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PD分离架构要求K/V独立RDMA传输。2MB对齐是硬件要求。影响所有模型类型。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822960"/>
            <a:ext cx="3749039" cy="1325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822960"/>
            <a:ext cx="38100" cy="13258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8640" y="92456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2. NPU 不支持 stride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8640" y="1203960"/>
            <a:ext cx="3444239" cy="84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DMA Engine只接受{base_addr,length}。GPU的SIMT LSU允许任意地址计算。根因中的根因。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822960"/>
            <a:ext cx="3749039" cy="1325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822960"/>
            <a:ext cx="38100" cy="1325880"/>
          </a:xfrm>
          <a:prstGeom prst="rect">
            <a:avLst/>
          </a:prstGeom>
          <a:solidFill>
            <a:srgbClr val="C60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0560" y="92456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54"/>
                </a:solidFill>
                <a:latin typeface="Microsoft YaHei"/>
              </a:defRPr>
            </a:pPr>
            <a:r>
              <a:t>3. Spec 万能类: 类型擦除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560" y="1203960"/>
            <a:ext cx="3444239" cy="84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5种MLA变体→1个AscendMLAAttentionSpec。isinstance()不编码语义，下游用if-else恢复已丢失的类型信息。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377440"/>
            <a:ext cx="3749039" cy="1325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377440"/>
            <a:ext cx="38100" cy="132588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720" y="247904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ED6C00"/>
                </a:solidFill>
                <a:latin typeface="Microsoft YaHei"/>
              </a:defRPr>
            </a:pPr>
            <a:r>
              <a:t>4. Compress 交织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720" y="2758440"/>
            <a:ext cx="3444239" cy="84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DS V4的K和scale按block交织。reshape需as_strided overlay零拷贝。A5 epilog需叠加视图。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377440"/>
            <a:ext cx="3749039" cy="1325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2377440"/>
            <a:ext cx="38100" cy="132588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8640" y="247904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t>5. A3 vs A5 硬件差异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8640" y="2758440"/>
            <a:ext cx="3444239" cy="84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A5: CKV fp8合并(3 tensor)。A3: bf16分离(4 tensor)。device分支散落各处。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377440"/>
            <a:ext cx="3749039" cy="1325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2377440"/>
            <a:ext cx="38100" cy="132588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0560" y="247904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t>6. Backend 接口不足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0560" y="2758440"/>
            <a:ext cx="3444239" cy="84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get_kv_cache_shape()单返回值无法表达多tensor布局。语义泄漏到model_runner。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114800"/>
            <a:ext cx="11338560" cy="609600"/>
          </a:xfrm>
          <a:prstGeom prst="roundRect">
            <a:avLst>
              <a:gd name="adj" fmla="val 4000"/>
            </a:avLst>
          </a:prstGeom>
          <a:solidFill>
            <a:srgbClr val="FAEBEE"/>
          </a:solidFill>
          <a:ln w="1270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114800"/>
            <a:ext cx="50800" cy="609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120" y="4191000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8102E"/>
                </a:solidFill>
                <a:latin typeface="Microsoft YaHei"/>
              </a:defRPr>
            </a:pPr>
            <a:r>
              <a:t>&gt; 三个根本源头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120" y="4394200"/>
            <a:ext cx="109829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硬件约束: NPU算子不支持stride访问 → host侧必须预拆分tensor → 分配和重塑逻辑复杂化 (根因1,2,4,5)。Spec 设计: 类型不编码语义 → isinstance()无区分力 → 下游被迫用if-else恢复丢失的类型信息 (根因3)。接口缺陷: get_kv_cache_shape() 单返回值无法表达多tensor布局 → 信息泄漏到 model_runner (根因6)。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4846320"/>
            <a:ext cx="5486400" cy="12801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4846320"/>
            <a:ext cx="38100" cy="128016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720" y="4947920"/>
            <a:ext cx="518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Layout 重构：Spec 拆分 + Layout 多态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720" y="5227320"/>
            <a:ext cx="5181600" cy="79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Spec 层: 拆分为4~5个子类 (AscendStandard/Sparse/C8/DSV4)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→ 每个子类零 if-else，类型名=语义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Layout 层: KVCacheLayout 6个子类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→ spec.get_layout() 多态返回对应 Layout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→ layout.allocate() / layout.reshape() 零分支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结果: model_runner ~135行 + Layout 类 (独立可测)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4846320"/>
            <a:ext cx="5577840" cy="12801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4846320"/>
            <a:ext cx="38100" cy="128016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87440" y="4947920"/>
            <a:ext cx="52730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t>社区对齐：5 大任务 + 三步路线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7440" y="5227320"/>
            <a:ext cx="5273040" cy="79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T1: KVCacheLayout 6子类 + Spec 4子类拆分 (Q3, P0)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T2: 提议 get_kv_cache_layout() 为硬件无关抽象 (Q4, P0)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T3: Spec字段通用化 (sparse_head_dim等) (Q4, P1)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T4: 删除 model_runner patch + NPU特有字段 (Q1+, P1)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T5: 算子侧 stride 支持推进 (持续, P2)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27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58B230"/>
                </a:solidFill>
                <a:latin typeface="Microsoft YaHei"/>
              </a:defRPr>
            </a:pPr>
            <a:r>
              <a:t>差距分析：上游 vs Ascend — 三个层面 + 三步对齐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595757"/>
                </a:solidFill>
                <a:latin typeface="Microsoft YaHei"/>
              </a:defRPr>
            </a:pPr>
            <a:r>
              <a:t>差距从 分组 (最小) → 分配 (关键) → 内部布局 (根本) 逐级递增 → 三步路线逐层解决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77240"/>
            <a:ext cx="3657600" cy="16916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38100" cy="169164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720" y="878840"/>
            <a:ext cx="335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层面 1: 分组 (差距 ★ — 最小)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" y="1158240"/>
            <a:ext cx="3352800" cy="120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上游: get_kv_cache_groups() 决策级联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按 page_size / block_size 自动分组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Ascend: 几乎完全复用上游逻辑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仅 DS V4 有 patch (三层结构需按 page_size 分桶)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对齐难度: ★ (低) — 上游已支持 DS V4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未来删除 patch 即可 → Layout 重构后自动解决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777240"/>
            <a:ext cx="3657600" cy="16916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777240"/>
            <a:ext cx="38100" cy="169164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8640" y="878840"/>
            <a:ext cx="335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ED6C00"/>
                </a:solidFill>
                <a:latin typeface="Microsoft YaHei"/>
              </a:defRPr>
            </a:pPr>
            <a:r>
              <a:t>层面 2: 分配 (差距 ★★★ — 关键)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8640" y="1158240"/>
            <a:ext cx="3352800" cy="120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上游: 1 tensor/层, KVCacheTensor.shared_by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统一循环分配, 30 行, 0 分支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Ascend: N tensors/层 (K/V 分离 + sparse 拆分)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185 行, 深度 3 决策树, 每加模型改 3~5 处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对齐难度: ★★★ (中) — 需要 Layout 层封装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Layout.split_sizes() → 返回每 tensor 字节数列表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777240"/>
            <a:ext cx="3749039" cy="16916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777240"/>
            <a:ext cx="38100" cy="1691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87884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层面 3: 内部布局 (差距 ★★★★★ — 根本)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0" y="1158240"/>
            <a:ext cx="3444239" cy="120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上游: kernel 内部解析字节/offset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GPU 支持 stride → as_strided 零拷贝 → host 不关心内部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Ascend: host 侧预拆分 → reshape 必须知道内部结构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350 行, C8×A5/A3×precision 三维分支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对齐难度: ★★★★★ (高) — 需要 Layout + 算子双管齐下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Layout.reshape() 封装 host 侧逻辑 → 算子侧长期推 stride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651760"/>
            <a:ext cx="5852160" cy="10972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651760"/>
            <a:ext cx="38100" cy="109728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6720" y="2753360"/>
            <a:ext cx="55473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已对齐 (无需额外工作)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720" y="3032760"/>
            <a:ext cx="5547360" cy="61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✓ KVCacheSpec / KVCacheConfig / KVCacheTensor   ✓ BlockPool / SingleTypeKVCacheManager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✓ KVCacheCoordinator (仅 DS V4 有 patch)    ✓ Prefix Caching hash &amp; block 管理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✓ shared_by 多层共享机制    ✓ get_kv_cache_groups() (仅 DS V4 有 patch)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这些属于「规划层」— 在 tensor 分配之前，与 NPU 硬件无关，可直接复用上游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65176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651760"/>
            <a:ext cx="38100" cy="10972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2753360"/>
            <a:ext cx="518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待解决 (全部 P0)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3032760"/>
            <a:ext cx="5181600" cy="61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✗ Spec 万能类 → 拆分为 4~5 个子类, 恢复类型即语义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✗ Backend 接口不足 → 扩展为 list[tuple] 或 Layout 对象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✗ Allocate 决策树 → Layout.split_sizes() 替代 185 行 if-else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✗ Reshape 三维分支 → Layout.reshape() 替代 350 行分支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这些属于「执行层」— 直接依赖 NPU 硬件特性, 需要 Layout 层封装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1E1E1E"/>
                </a:solidFill>
                <a:latin typeface="Microsoft YaHei"/>
              </a:defRPr>
            </a:pPr>
            <a:r>
              <a:t>三步对齐路线：内部重构 → 上游 RFC → 社区合入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251960"/>
            <a:ext cx="1828800" cy="508000"/>
          </a:xfrm>
          <a:prstGeom prst="roundRect">
            <a:avLst>
              <a:gd name="adj" fmla="val 30000"/>
            </a:avLst>
          </a:prstGeom>
          <a:solidFill>
            <a:srgbClr val="0811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58B230"/>
                </a:solidFill>
                <a:latin typeface="Microsoft YaHei"/>
              </a:defRPr>
            </a:pPr>
            <a:r>
              <a:t>Phase 1 (Q3):</a:t>
            </a:r>
            <a:br/>
            <a:r>
              <a:t>内部重构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251960"/>
            <a:ext cx="96012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50" b="0">
                <a:solidFill>
                  <a:srgbClr val="595757"/>
                </a:solidFill>
                <a:latin typeface="Microsoft YaHei"/>
              </a:defRPr>
            </a:pPr>
            <a:r>
              <a:t>目标: KVCacheLayout 6 子类 + Spec 4~5 子类拆分</a:t>
            </a:r>
            <a:br/>
            <a:r>
              <a:t>效果: model_runner ~135 行, 15+ if-else → 多态分发, 每 Layout 独立可测</a:t>
            </a:r>
            <a:br/>
            <a:r>
              <a:t>关键交付: StandardKVLayout / SparseMLALayout / CompressedMLALayout / HybridLayout / CacheOnlyLayout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5001768"/>
            <a:ext cx="1828800" cy="508000"/>
          </a:xfrm>
          <a:prstGeom prst="roundRect">
            <a:avLst>
              <a:gd name="adj" fmla="val 30000"/>
            </a:avLst>
          </a:prstGeom>
          <a:solidFill>
            <a:srgbClr val="130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6000B"/>
                </a:solidFill>
                <a:latin typeface="Microsoft YaHei"/>
              </a:defRPr>
            </a:pPr>
            <a:r>
              <a:t>Phase 2 (Q4):</a:t>
            </a:r>
            <a:br/>
            <a:r>
              <a:t>上游 RFC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5001768"/>
            <a:ext cx="96012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50" b="0">
                <a:solidFill>
                  <a:srgbClr val="595757"/>
                </a:solidFill>
                <a:latin typeface="Microsoft YaHei"/>
              </a:defRPr>
            </a:pPr>
            <a:r>
              <a:t>目标: 向社区提议 KVCacheLayout 为硬件无关抽象</a:t>
            </a:r>
            <a:br/>
            <a:r>
              <a:t>内容: get_kv_cache_layout() 接口 + Backend 接口扩展 + Spec 字段通用化 (sparse_head_dim 等)</a:t>
            </a:r>
            <a:br/>
            <a:r>
              <a:t>关键交付: RFC 文档 + 原型代码 + 社区讨论 → 获得上游认可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5751576"/>
            <a:ext cx="1828800" cy="508000"/>
          </a:xfrm>
          <a:prstGeom prst="roundRect">
            <a:avLst>
              <a:gd name="adj" fmla="val 30000"/>
            </a:avLst>
          </a:prstGeom>
          <a:solidFill>
            <a:srgbClr val="13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60054"/>
                </a:solidFill>
                <a:latin typeface="Microsoft YaHei"/>
              </a:defRPr>
            </a:pPr>
            <a:r>
              <a:t>Phase 3 (Q1+):</a:t>
            </a:r>
            <a:br/>
            <a:r>
              <a:t>社区合入 + 清理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751576"/>
            <a:ext cx="96012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50" b="0">
                <a:solidFill>
                  <a:srgbClr val="595757"/>
                </a:solidFill>
                <a:latin typeface="Microsoft YaHei"/>
              </a:defRPr>
            </a:pPr>
            <a:r>
              <a:t>目标: Layout 子类合入社区 → 删除所有临时方案</a:t>
            </a:r>
            <a:br/>
            <a:r>
              <a:t>效果: 删除 model_runner patch (~600 行) → 删除 AscendMLAAttentionSpec NPU 特有字段 → 删除 patch_kv_cache_utils</a:t>
            </a:r>
            <a:br/>
            <a:r>
              <a:t>关键交付: 社区 PR 合入 + Ascend 代码清理 → 与上游基线一致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28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C6000B"/>
                </a:solidFill>
                <a:latin typeface="Microsoft YaHei"/>
              </a:defRPr>
            </a:pPr>
            <a:r>
              <a:t>Layout 重构：从 600 行 if-else 到 6 个子类的多态分发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777240"/>
            <a:ext cx="5486400" cy="2311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当前: if-else 分发 (~600行)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def _reshape(...):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if self.use_compress:        # DS V4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...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elif self.use_sparse:        # DS V3.2/GLM5.1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if C8 and self.is_A5:   # A5 sparse C8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...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elif C8:                # A3 sparse C8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...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else:                   # no C8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...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elif self.use_hybrid_blocks: # Qwen3.5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...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elif self.cache_only_layers: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...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else:                        # GQA / standard MLA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777240"/>
            <a:ext cx="5577840" cy="2057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目标: 多态分发 (~135行 + 625行Layout类)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class KVCacheLayout(ABC):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def get_kv_cache_shape() -&gt; list[tuple]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def split_sizes(total,spec) -&gt; list[int]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def reshape(raws,spec) -&gt; list[Tensor]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class StandardKVLayout       # GQA → 2 tensor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class MLANopeRopeLayout     # DS V3.1 → 2 tensor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class SparseMLALayout       # DS V3.2/GLM5.1 → 3~4t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class CompressedMLALayout   # DS V4 → as_strided views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class HybridLayout          # Qwen3.5 → shared buffer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class CacheOnlyLayout       # hidden state → 1 tensor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SparseMLALayout(precision='fp8_c8', device='A5')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→ 构造参数消化精度+设备差异，对 model_runner 透明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3840480"/>
          <a:ext cx="113385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旧代码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新代码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model_runner行数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~600 行 if-else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~135行调度 + 625行Layout类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新增模型方式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找所有分支点 + 改3~5处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创建/选择Layout子类 → 实现3方法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单元测试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难以独立测试各分支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每个Layout子类独立可测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分支状态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feature/layout-refactor-phase3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12 files, +2080/-3357 lines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74320" y="5394960"/>
            <a:ext cx="11338560" cy="8229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5394960"/>
            <a:ext cx="38100" cy="82296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720" y="5496560"/>
            <a:ext cx="1103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重构后 model_runner 的核心逻辑 (伪代码)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720" y="5775960"/>
            <a:ext cx="1103376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for layer_name, spec in kv_cache_specs.items():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layout = spec.get_layout()     # 多态: 根据 spec 类型+字段自动选择子类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shapes = layout.get_kv_cache_shape(N, B, H, D)  # 返回 list[shape], 不是单个 shape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sizes  = layout.split_sizes(total_bytes, spec)  # 返回 list[int], 每个 sub-tensor 的字节数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raw_tensors = [torch.zeros(s, dtype=int8) for s in sizes]  # 分配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kv_caches[name] = layout.reshape(raw_tensors, spec)         # 重塑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model_runner 不再有 if-else。Layout 子类内部消化所有差异。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29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C6000B"/>
                </a:solidFill>
                <a:latin typeface="Microsoft YaHei"/>
              </a:defRPr>
            </a:pPr>
            <a:r>
              <a:t>社区已对齐机制 + 仍需覆盖的 Gap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3152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254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已对齐机制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对齐程度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KVCacheSpec 基类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page_size_bytes / max_memory_usage 基础计算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KVCacheConfig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num_blocks + kv_cache_tensors + kv_cache_groups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KVCacheTensor.shared_by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多层共享物理 buffer 机制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BlockPool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block 分配/回收/哈希管理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SingleTypeKVCacheManager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Full/Sliding/Chunked/Mamba 管理器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KVCacheCoordinator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Unitary/Hybrid 协调器 (仅DS V4有patch)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Prefix Caching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hash 计算 + block 管理 + 跨请求复用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get_kv_cache_groups()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决策级联 (仅DS V4有patch覆盖)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92240" y="731520"/>
          <a:ext cx="54864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0044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仍需覆盖的 Gap</a:t>
                      </a:r>
                    </a:p>
                  </a:txBody>
                  <a:tcPr>
                    <a:solidFill>
                      <a:srgbClr val="C80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差距描述</a:t>
                      </a:r>
                    </a:p>
                  </a:txBody>
                  <a:tcPr>
                    <a:solidFill>
                      <a:srgbClr val="C80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C8002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Spec 层: 万能类问题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所有MLA变体挤进 AscendMLAAttentionSpec</a:t>
                      </a:r>
                      <a:br/>
                      <a:r>
                        <a:t>缺少按类型多态的 Spec 子类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Backend 接口: 1/N 信息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get_kv_cache_shape() 只返回参考shape</a:t>
                      </a:r>
                      <a:br/>
                      <a:r>
                        <a:t>需要扩展为 list[tuple] 或 Layout 对象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Allocate: if-else 决策树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185行, 深度3, 每次加模型改3~5处</a:t>
                      </a:r>
                      <a:br/>
                      <a:r>
                        <a:t>需要 Layout.split_sizes() 替代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Reshape: 精度+设备分支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350行, A5/A3+C8/非C8+sparse/compress</a:t>
                      </a:r>
                      <a:br/>
                      <a:r>
                        <a:t>需要 Layout.reshape() 替代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DS V4: 分桶逻辑 patch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patch_kv_cache_utils 覆盖分组函数</a:t>
                      </a:r>
                      <a:br/>
                      <a:r>
                        <a:t>需确认上游 DS V4 支持进度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算子 stride 支持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长期目标: 减少 host 侧预拆分需求</a:t>
                      </a:r>
                      <a:br/>
                      <a:r>
                        <a:t>需要与算子侧持续对齐推进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3200400"/>
            <a:ext cx="5943600" cy="29260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200400"/>
            <a:ext cx="38100" cy="292608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720" y="3302000"/>
            <a:ext cx="5638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为什么已对齐部分可以做到 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720" y="3581400"/>
            <a:ext cx="5638800" cy="244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这些组件属于「规划层」——在 tensor 实际分配之前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负责: 分组决策、block 管理、哈希计算、配置生成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不涉及: NPU 特有的 stride 限制、多 tensor 拆分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与硬件无关，Ascend 可以直接使用上游代码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而「执行层」(Allocate + Reshape) 差异巨大: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上游: 拿到 KVCacheConfig → torch.zeros → view → done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Ascend: 拿到 KVCacheConfig → 检查 5 个标志 → 拆 tensor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→ 算各自 shape/dtype → view → 组装 tuple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这正是 KVCacheLayout 要封装的层次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20040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3200400"/>
            <a:ext cx="38100" cy="292608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4640" y="3302000"/>
            <a:ext cx="49987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ED6C00"/>
                </a:solidFill>
                <a:latin typeface="Microsoft YaHei"/>
              </a:defRPr>
            </a:pPr>
            <a:r>
              <a:t>DS V4 patch 详细说明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640" y="3581400"/>
            <a:ext cx="4998720" cy="244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patch_kv_cache_utils.py 覆盖了两个函数: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1. resolve_kv_cache_block_sizes():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处理 CP (Context Parallel) 下 block_size 缩放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覆盖上游 PR #40860 对多 group + CP 的限制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2. group_and_unify_kv_cache_specs():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DS V4 的 Compressor+Indexer+SWA 三层结构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需要按 page_size 分桶 + layer_tuple 对齐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patch_kv_cache_coordinator.py: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AscendHybridKVCacheCoordinator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覆盖 find_longest_cache_hit() 逻辑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评估: 上游已支持 DS V4 → 这些 patch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未来可通过 Layout 重构合并或删除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30 /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defRPr sz="2600" b="1">
                <a:solidFill>
                  <a:srgbClr val="C6000B"/>
                </a:solidFill>
                <a:latin typeface="Microsoft YaHei"/>
              </a:defRPr>
            </a:pPr>
            <a:r>
              <a:t>总结：三大差异 → 三大对策 → 三步路线 → 一套架构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595757"/>
                </a:solidFill>
                <a:latin typeface="Microsoft YaHei"/>
              </a:defRPr>
            </a:pPr>
            <a:r>
              <a:t>从诊断到方案到执行：每一层差异都有对应策略，每一步都有明确交付物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49808"/>
            <a:ext cx="5852160" cy="20574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38100" cy="2057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720" y="851408"/>
            <a:ext cx="55473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三大差异 (诊断)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" y="1130808"/>
            <a:ext cx="5547360" cy="157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① 算子约束: 上游 GPU kernel 接受 blob 内部解析 → Ascend NPU 不支持 stride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→ host 侧被迫预拆分 tensor → 1 tensor 变 N tensors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② 类型擦除: 上游 isinstance(spec) 编码全部语义 → Ascend 万能类 if-else 恢复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→ 5 种 MLA 变体共用一个 AscendMLAAttentionSpec → 下游 15+ 分支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③ 接口不足: 上游 get_kv_cache_shape() 返回完整信息 → Ascend 同名方法返回 1/N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→ model_runner 绕过 Backend 直连 attention layer 掏参数 → ~600 行逻辑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749808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38100" cy="205740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200" y="851408"/>
            <a:ext cx="518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三大对策 (方案)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1130808"/>
            <a:ext cx="5181600" cy="157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① KVCacheLayout 多态: 6 个子类封装 NPU 多 tensor 拆分逻辑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layout.split_sizes() + layout.reshape() → model_runner 零分支遍历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② Spec 子类拆分: 4~5 个子类替代万能类, 恢复类型即语义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isinstance(spec, AscendSparseC8MLASpec) → 不检查字段就知道全部信息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spec.get_layout() → 自动选择对应 Layout → Spec-Layout 互补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③ Backend 接口扩展: get_kv_cache_shape() → list[tuple] 或 get_layout()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→ model_runner 不再需要绕过后端直取 attention layer 属性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017520"/>
            <a:ext cx="11338560" cy="10972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017520"/>
            <a:ext cx="38100" cy="109728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720" y="3119120"/>
            <a:ext cx="1103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对齐后的最终架构: 端到端 4 层 → model_runner ~60 行, 0 分支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720" y="3398520"/>
            <a:ext cx="11033760" cy="61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layer.get_kv_cache_spec()  →  KVCacheSpec (纯声明)  →  isinstance() 编码全部语义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spec.get_layout()           →  KVCacheLayout 子类   →  多态选择, 零 if-else, 封装 NPU 拆分逻辑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layout.get_kv_cache_shape() →  list[tuple]           →  每个 sub-tensor 的完整 shape, 不再 1/N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layout.split_sizes()        →  list[int]             →  model_runner 无分支分配各 sub-tensor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layout.reshape(raws, spec)  →  list[Tensor]          →  dtype 正确, 直接传入 NPU 算子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343400"/>
            <a:ext cx="1371600" cy="457200"/>
          </a:xfrm>
          <a:prstGeom prst="roundRect">
            <a:avLst>
              <a:gd name="adj" fmla="val 30000"/>
            </a:avLst>
          </a:prstGeom>
          <a:solidFill>
            <a:srgbClr val="0811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8B230"/>
                </a:solidFill>
                <a:latin typeface="Microsoft YaHei"/>
              </a:defRPr>
            </a:pPr>
            <a:r>
              <a:t>Phase 1</a:t>
            </a:r>
            <a:br/>
            <a: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defRPr sz="800" b="0">
                <a:solidFill>
                  <a:srgbClr val="595757"/>
                </a:solidFill>
                <a:latin typeface="Microsoft YaHei"/>
              </a:defRPr>
            </a:pPr>
            <a:r>
              <a:t>内部重构</a:t>
            </a:r>
            <a:br/>
            <a:r>
              <a:t>Spec 4~5 子类</a:t>
            </a:r>
            <a:br/>
            <a:r>
              <a:t>Layout 6 子类</a:t>
            </a:r>
            <a:br/>
            <a:r>
              <a:t>model_runner</a:t>
            </a:r>
            <a:br/>
            <a:r>
              <a:t>~135 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416552"/>
            <a:ext cx="2743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defRPr sz="1600" b="1">
                <a:solidFill>
                  <a:srgbClr val="C8102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4343400"/>
            <a:ext cx="1371600" cy="457200"/>
          </a:xfrm>
          <a:prstGeom prst="roundRect">
            <a:avLst>
              <a:gd name="adj" fmla="val 30000"/>
            </a:avLst>
          </a:prstGeom>
          <a:solidFill>
            <a:srgbClr val="130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6000B"/>
                </a:solidFill>
                <a:latin typeface="Microsoft YaHei"/>
              </a:defRPr>
            </a:pPr>
            <a:r>
              <a:t>Phase 2</a:t>
            </a:r>
            <a:br/>
            <a: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defRPr sz="800" b="0">
                <a:solidFill>
                  <a:srgbClr val="595757"/>
                </a:solidFill>
                <a:latin typeface="Microsoft YaHei"/>
              </a:defRPr>
            </a:pPr>
            <a:r>
              <a:t>上游 RFC</a:t>
            </a:r>
            <a:br/>
            <a:r>
              <a:t>Layout 抽象提议</a:t>
            </a:r>
            <a:br/>
            <a:r>
              <a:t>Backend 接口扩展</a:t>
            </a:r>
            <a:br/>
            <a:r>
              <a:t>Spec 字段</a:t>
            </a:r>
            <a:br/>
            <a:r>
              <a:t>通用化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416552"/>
            <a:ext cx="2743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defRPr sz="1600" b="1">
                <a:solidFill>
                  <a:srgbClr val="C8102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4343400"/>
            <a:ext cx="1371600" cy="457200"/>
          </a:xfrm>
          <a:prstGeom prst="roundRect">
            <a:avLst>
              <a:gd name="adj" fmla="val 30000"/>
            </a:avLst>
          </a:prstGeom>
          <a:solidFill>
            <a:srgbClr val="13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60054"/>
                </a:solidFill>
                <a:latin typeface="Microsoft YaHei"/>
              </a:defRPr>
            </a:pPr>
            <a:r>
              <a:t>Phase 3</a:t>
            </a:r>
            <a:br/>
            <a:r>
              <a:t>Q1+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defRPr sz="800" b="0">
                <a:solidFill>
                  <a:srgbClr val="595757"/>
                </a:solidFill>
                <a:latin typeface="Microsoft YaHei"/>
              </a:defRPr>
            </a:pPr>
            <a:r>
              <a:t>社区合入</a:t>
            </a:r>
            <a:br/>
            <a:r>
              <a:t>+ 清理</a:t>
            </a:r>
            <a:br/>
            <a:r>
              <a:t>删除 patch</a:t>
            </a:r>
            <a:br/>
            <a:r>
              <a:t>删除 Ascend</a:t>
            </a:r>
            <a:br/>
            <a:r>
              <a:t>万能类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49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C8102E"/>
                </a:solidFill>
                <a:latin typeface="Microsoft YaHei"/>
              </a:defRPr>
            </a:pPr>
            <a:r>
              <a:t>目标: model_runner 回归上游的简洁 — 不检查 layer_type, 不判断 C8, 不区分 A5/A3, 不知道精度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58B230"/>
                </a:solidFill>
                <a:latin typeface="Consolas"/>
              </a:defRPr>
            </a:pPr>
            <a:r>
              <a:t>~600→60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80644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model_runner 行数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58B230"/>
                </a:solidFill>
                <a:latin typeface="Consolas"/>
              </a:defRPr>
            </a:pPr>
            <a:r>
              <a:t>15+→0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80644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if-else 分支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58B230"/>
                </a:solidFill>
                <a:latin typeface="Consolas"/>
              </a:defRPr>
            </a:pPr>
            <a:r>
              <a:t>6→1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80644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通用路径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58B230"/>
                </a:solidFill>
                <a:latin typeface="Consolas"/>
              </a:defRPr>
            </a:pPr>
            <a:r>
              <a:t>独立可测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80644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Layout 子类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00800"/>
            <a:ext cx="12191695" cy="6350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